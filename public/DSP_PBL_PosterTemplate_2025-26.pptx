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Lst>
  <p:sldSz cy="9601200" cx="12801600"/>
  <p:notesSz cx="9601200" cy="7315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110">
          <p15:clr>
            <a:srgbClr val="A4A3A4"/>
          </p15:clr>
        </p15:guide>
        <p15:guide id="2" pos="5370">
          <p15:clr>
            <a:srgbClr val="A4A3A4"/>
          </p15:clr>
        </p15:guide>
        <p15:guide id="3" orient="horz" pos="2961">
          <p15:clr>
            <a:srgbClr val="A4A3A4"/>
          </p15:clr>
        </p15:guide>
        <p15:guide id="4" pos="39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8AC616-F4DA-48DB-BAED-EBA590CA9D83}">
  <a:tblStyle styleId="{C68AC616-F4DA-48DB-BAED-EBA590CA9D83}" styleName="Table_0">
    <a:wholeTbl>
      <a:tcTxStyle b="off" i="off">
        <a:font>
          <a:latin typeface="Calibri"/>
          <a:ea typeface="Calibri"/>
          <a:cs typeface="Calibri"/>
        </a:font>
        <a:schemeClr val="dk1"/>
      </a:tcTxStyle>
      <a:tcStyle>
        <a:tcBdr>
          <a:left>
            <a:ln cap="flat" cmpd="sng" w="12700">
              <a:solidFill>
                <a:schemeClr val="accent6"/>
              </a:solidFill>
              <a:prstDash val="solid"/>
              <a:round/>
              <a:headEnd len="sm" w="sm" type="none"/>
              <a:tailEnd len="sm" w="sm" type="none"/>
            </a:ln>
          </a:left>
          <a:right>
            <a:ln cap="flat" cmpd="sng" w="12700">
              <a:solidFill>
                <a:schemeClr val="accent6"/>
              </a:solidFill>
              <a:prstDash val="solid"/>
              <a:round/>
              <a:headEnd len="sm" w="sm" type="none"/>
              <a:tailEnd len="sm" w="sm" type="none"/>
            </a:ln>
          </a:right>
          <a:top>
            <a:ln cap="flat" cmpd="sng" w="12700">
              <a:solidFill>
                <a:schemeClr val="accent6"/>
              </a:solidFill>
              <a:prstDash val="solid"/>
              <a:round/>
              <a:headEnd len="sm" w="sm" type="none"/>
              <a:tailEnd len="sm" w="sm" type="none"/>
            </a:ln>
          </a:top>
          <a:bottom>
            <a:ln cap="flat" cmpd="sng" w="12700">
              <a:solidFill>
                <a:schemeClr val="accent6"/>
              </a:solidFill>
              <a:prstDash val="solid"/>
              <a:round/>
              <a:headEnd len="sm" w="sm" type="none"/>
              <a:tailEnd len="sm" w="sm" type="none"/>
            </a:ln>
          </a:bottom>
          <a:insideH>
            <a:ln cap="flat" cmpd="sng" w="12700">
              <a:solidFill>
                <a:schemeClr val="accent6"/>
              </a:solidFill>
              <a:prstDash val="solid"/>
              <a:round/>
              <a:headEnd len="sm" w="sm" type="none"/>
              <a:tailEnd len="sm" w="sm" type="none"/>
            </a:ln>
          </a:insideH>
          <a:insideV>
            <a:ln cap="flat" cmpd="sng" w="12700">
              <a:solidFill>
                <a:schemeClr val="accent6"/>
              </a:solidFill>
              <a:prstDash val="solid"/>
              <a:round/>
              <a:headEnd len="sm" w="sm" type="none"/>
              <a:tailEnd len="sm" w="sm" type="none"/>
            </a:ln>
          </a:insideV>
        </a:tcBdr>
        <a:fill>
          <a:solidFill>
            <a:srgbClr val="FFFFFF">
              <a:alpha val="0"/>
            </a:srgbClr>
          </a:solidFill>
        </a:fill>
      </a:tcStyle>
    </a:wholeTbl>
    <a:band1H>
      <a:tcTxStyle/>
      <a:tcStyle>
        <a:fill>
          <a:solidFill>
            <a:schemeClr val="accent6">
              <a:alpha val="20000"/>
            </a:schemeClr>
          </a:solidFill>
        </a:fill>
      </a:tcStyle>
    </a:band1H>
    <a:band2H>
      <a:tcTxStyle/>
    </a:band2H>
    <a:band1V>
      <a:tcTxStyle/>
      <a:tcStyle>
        <a:fill>
          <a:solidFill>
            <a:schemeClr val="accent6">
              <a:alpha val="20000"/>
            </a:schemeClr>
          </a:solidFill>
        </a:fill>
      </a:tcStyle>
    </a:band1V>
    <a:band2V>
      <a:tcTxStyle/>
    </a:band2V>
    <a:lastCol>
      <a:tcTxStyle b="on" i="off"/>
    </a:lastCol>
    <a:firstCol>
      <a:tcTxStyle b="on" i="off"/>
    </a:firstCol>
    <a:lastRow>
      <a:tcTxStyle b="on" i="off"/>
      <a:tcStyle>
        <a:tcBdr>
          <a:top>
            <a:ln cap="flat" cmpd="sng" w="50800">
              <a:solidFill>
                <a:schemeClr val="accent6"/>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6"/>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110" orient="horz"/>
        <p:guide pos="5370"/>
        <p:guide pos="2961" orient="horz"/>
        <p:guide pos="399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160520" cy="3657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439014" y="0"/>
            <a:ext cx="4160520" cy="3657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971800" y="549275"/>
            <a:ext cx="3657600" cy="27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60120" y="3474720"/>
            <a:ext cx="7680960" cy="3291840"/>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423"/>
              </a:spcBef>
              <a:spcAft>
                <a:spcPts val="0"/>
              </a:spcAft>
              <a:buSzPts val="1400"/>
              <a:buNone/>
              <a:defRPr b="0" i="0" sz="1411" u="none" cap="none" strike="noStrike">
                <a:solidFill>
                  <a:schemeClr val="dk1"/>
                </a:solidFill>
                <a:latin typeface="Calibri"/>
                <a:ea typeface="Calibri"/>
                <a:cs typeface="Calibri"/>
                <a:sym typeface="Calibri"/>
              </a:defRPr>
            </a:lvl1pPr>
            <a:lvl2pPr indent="-228600" lvl="1" marL="914400" marR="0" rtl="0" algn="l">
              <a:spcBef>
                <a:spcPts val="423"/>
              </a:spcBef>
              <a:spcAft>
                <a:spcPts val="0"/>
              </a:spcAft>
              <a:buSzPts val="1400"/>
              <a:buNone/>
              <a:defRPr b="0" i="0" sz="1411" u="none" cap="none" strike="noStrike">
                <a:solidFill>
                  <a:schemeClr val="dk1"/>
                </a:solidFill>
                <a:latin typeface="Calibri"/>
                <a:ea typeface="Calibri"/>
                <a:cs typeface="Calibri"/>
                <a:sym typeface="Calibri"/>
              </a:defRPr>
            </a:lvl2pPr>
            <a:lvl3pPr indent="-228600" lvl="2" marL="1371600" marR="0" rtl="0" algn="l">
              <a:spcBef>
                <a:spcPts val="423"/>
              </a:spcBef>
              <a:spcAft>
                <a:spcPts val="0"/>
              </a:spcAft>
              <a:buSzPts val="1400"/>
              <a:buNone/>
              <a:defRPr b="0" i="0" sz="1411" u="none" cap="none" strike="noStrike">
                <a:solidFill>
                  <a:schemeClr val="dk1"/>
                </a:solidFill>
                <a:latin typeface="Calibri"/>
                <a:ea typeface="Calibri"/>
                <a:cs typeface="Calibri"/>
                <a:sym typeface="Calibri"/>
              </a:defRPr>
            </a:lvl3pPr>
            <a:lvl4pPr indent="-228600" lvl="3" marL="1828800" marR="0" rtl="0" algn="l">
              <a:spcBef>
                <a:spcPts val="423"/>
              </a:spcBef>
              <a:spcAft>
                <a:spcPts val="0"/>
              </a:spcAft>
              <a:buSzPts val="1400"/>
              <a:buNone/>
              <a:defRPr b="0" i="0" sz="1411" u="none" cap="none" strike="noStrike">
                <a:solidFill>
                  <a:schemeClr val="dk1"/>
                </a:solidFill>
                <a:latin typeface="Calibri"/>
                <a:ea typeface="Calibri"/>
                <a:cs typeface="Calibri"/>
                <a:sym typeface="Calibri"/>
              </a:defRPr>
            </a:lvl4pPr>
            <a:lvl5pPr indent="-228600" lvl="4" marL="2286000" marR="0" rtl="0" algn="l">
              <a:spcBef>
                <a:spcPts val="423"/>
              </a:spcBef>
              <a:spcAft>
                <a:spcPts val="0"/>
              </a:spcAft>
              <a:buSzPts val="1400"/>
              <a:buNone/>
              <a:defRPr b="0" i="0" sz="1411"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411"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411"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411"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411"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947747"/>
            <a:ext cx="4160520" cy="3657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439014" y="6947747"/>
            <a:ext cx="4160520" cy="3657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IN"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60120" y="3474720"/>
            <a:ext cx="7680960" cy="3291840"/>
          </a:xfrm>
          <a:prstGeom prst="rect">
            <a:avLst/>
          </a:prstGeom>
        </p:spPr>
        <p:txBody>
          <a:bodyPr anchorCtr="0" anchor="t" bIns="48325" lIns="96650" spcFirstLastPara="1" rIns="96650" wrap="square" tIns="48325">
            <a:noAutofit/>
          </a:bodyPr>
          <a:lstStyle/>
          <a:p>
            <a:pPr indent="0" lvl="0" marL="0" rtl="0" algn="l">
              <a:spcBef>
                <a:spcPts val="423"/>
              </a:spcBef>
              <a:spcAft>
                <a:spcPts val="0"/>
              </a:spcAft>
              <a:buNone/>
            </a:pPr>
            <a:r>
              <a:t/>
            </a:r>
            <a:endParaRPr/>
          </a:p>
        </p:txBody>
      </p:sp>
      <p:sp>
        <p:nvSpPr>
          <p:cNvPr id="86" name="Google Shape;86;p1:notes"/>
          <p:cNvSpPr/>
          <p:nvPr>
            <p:ph idx="2" type="sldImg"/>
          </p:nvPr>
        </p:nvSpPr>
        <p:spPr>
          <a:xfrm>
            <a:off x="2971800" y="549275"/>
            <a:ext cx="36576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880110" y="511177"/>
            <a:ext cx="11041380" cy="18557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80110" y="2555875"/>
            <a:ext cx="11041380" cy="609187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700"/>
              </a:spcBef>
              <a:spcAft>
                <a:spcPts val="0"/>
              </a:spcAft>
              <a:buClr>
                <a:schemeClr val="dk1"/>
              </a:buClr>
              <a:buSzPts val="1800"/>
              <a:buChar char="•"/>
              <a:defRPr/>
            </a:lvl2pPr>
            <a:lvl3pPr indent="-342900" lvl="2" marL="1371600" algn="l">
              <a:lnSpc>
                <a:spcPct val="90000"/>
              </a:lnSpc>
              <a:spcBef>
                <a:spcPts val="700"/>
              </a:spcBef>
              <a:spcAft>
                <a:spcPts val="0"/>
              </a:spcAft>
              <a:buClr>
                <a:schemeClr val="dk1"/>
              </a:buClr>
              <a:buSzPts val="1800"/>
              <a:buChar char="•"/>
              <a:defRPr/>
            </a:lvl3pPr>
            <a:lvl4pPr indent="-342900" lvl="3" marL="1828800" algn="l">
              <a:lnSpc>
                <a:spcPct val="90000"/>
              </a:lnSpc>
              <a:spcBef>
                <a:spcPts val="700"/>
              </a:spcBef>
              <a:spcAft>
                <a:spcPts val="0"/>
              </a:spcAft>
              <a:buClr>
                <a:schemeClr val="dk1"/>
              </a:buClr>
              <a:buSzPts val="1800"/>
              <a:buChar char="•"/>
              <a:defRPr/>
            </a:lvl4pPr>
            <a:lvl5pPr indent="-342900" lvl="4" marL="2286000" algn="l">
              <a:lnSpc>
                <a:spcPct val="90000"/>
              </a:lnSpc>
              <a:spcBef>
                <a:spcPts val="700"/>
              </a:spcBef>
              <a:spcAft>
                <a:spcPts val="0"/>
              </a:spcAft>
              <a:buClr>
                <a:schemeClr val="dk1"/>
              </a:buClr>
              <a:buSzPts val="1800"/>
              <a:buChar char="•"/>
              <a:defRPr/>
            </a:lvl5pPr>
            <a:lvl6pPr indent="-342900" lvl="5" marL="2743200" algn="l">
              <a:lnSpc>
                <a:spcPct val="90000"/>
              </a:lnSpc>
              <a:spcBef>
                <a:spcPts val="700"/>
              </a:spcBef>
              <a:spcAft>
                <a:spcPts val="0"/>
              </a:spcAft>
              <a:buClr>
                <a:schemeClr val="dk1"/>
              </a:buClr>
              <a:buSzPts val="1800"/>
              <a:buChar char="•"/>
              <a:defRPr/>
            </a:lvl6pPr>
            <a:lvl7pPr indent="-342900" lvl="6" marL="3200400" algn="l">
              <a:lnSpc>
                <a:spcPct val="90000"/>
              </a:lnSpc>
              <a:spcBef>
                <a:spcPts val="700"/>
              </a:spcBef>
              <a:spcAft>
                <a:spcPts val="0"/>
              </a:spcAft>
              <a:buClr>
                <a:schemeClr val="dk1"/>
              </a:buClr>
              <a:buSzPts val="1800"/>
              <a:buChar char="•"/>
              <a:defRPr/>
            </a:lvl7pPr>
            <a:lvl8pPr indent="-342900" lvl="7" marL="3657600" algn="l">
              <a:lnSpc>
                <a:spcPct val="90000"/>
              </a:lnSpc>
              <a:spcBef>
                <a:spcPts val="700"/>
              </a:spcBef>
              <a:spcAft>
                <a:spcPts val="0"/>
              </a:spcAft>
              <a:buClr>
                <a:schemeClr val="dk1"/>
              </a:buClr>
              <a:buSzPts val="1800"/>
              <a:buChar char="•"/>
              <a:defRPr/>
            </a:lvl8pPr>
            <a:lvl9pPr indent="-342900" lvl="8" marL="4114800" algn="l">
              <a:lnSpc>
                <a:spcPct val="90000"/>
              </a:lnSpc>
              <a:spcBef>
                <a:spcPts val="700"/>
              </a:spcBef>
              <a:spcAft>
                <a:spcPts val="0"/>
              </a:spcAft>
              <a:buClr>
                <a:schemeClr val="dk1"/>
              </a:buClr>
              <a:buSzPts val="1800"/>
              <a:buChar char="•"/>
              <a:defRPr/>
            </a:lvl9pPr>
          </a:lstStyle>
          <a:p/>
        </p:txBody>
      </p:sp>
      <p:sp>
        <p:nvSpPr>
          <p:cNvPr id="18" name="Google Shape;18;p2"/>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960120" y="1571308"/>
            <a:ext cx="10881360" cy="334264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8400"/>
              <a:buFont typeface="Calibri"/>
              <a:buNone/>
              <a:defRPr sz="8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1600200" y="5042853"/>
            <a:ext cx="9601200" cy="2318067"/>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400"/>
              </a:spcBef>
              <a:spcAft>
                <a:spcPts val="0"/>
              </a:spcAft>
              <a:buClr>
                <a:schemeClr val="dk1"/>
              </a:buClr>
              <a:buSzPts val="3360"/>
              <a:buNone/>
              <a:defRPr sz="3359"/>
            </a:lvl1pPr>
            <a:lvl2pPr lvl="1" algn="ctr">
              <a:lnSpc>
                <a:spcPct val="90000"/>
              </a:lnSpc>
              <a:spcBef>
                <a:spcPts val="700"/>
              </a:spcBef>
              <a:spcAft>
                <a:spcPts val="0"/>
              </a:spcAft>
              <a:buClr>
                <a:schemeClr val="dk1"/>
              </a:buClr>
              <a:buSzPts val="2800"/>
              <a:buNone/>
              <a:defRPr sz="2800"/>
            </a:lvl2pPr>
            <a:lvl3pPr lvl="2" algn="ctr">
              <a:lnSpc>
                <a:spcPct val="90000"/>
              </a:lnSpc>
              <a:spcBef>
                <a:spcPts val="700"/>
              </a:spcBef>
              <a:spcAft>
                <a:spcPts val="0"/>
              </a:spcAft>
              <a:buClr>
                <a:schemeClr val="dk1"/>
              </a:buClr>
              <a:buSzPts val="2520"/>
              <a:buNone/>
              <a:defRPr sz="2520"/>
            </a:lvl3pPr>
            <a:lvl4pPr lvl="3" algn="ctr">
              <a:lnSpc>
                <a:spcPct val="90000"/>
              </a:lnSpc>
              <a:spcBef>
                <a:spcPts val="700"/>
              </a:spcBef>
              <a:spcAft>
                <a:spcPts val="0"/>
              </a:spcAft>
              <a:buClr>
                <a:schemeClr val="dk1"/>
              </a:buClr>
              <a:buSzPts val="2240"/>
              <a:buNone/>
              <a:defRPr sz="2240"/>
            </a:lvl4pPr>
            <a:lvl5pPr lvl="4" algn="ctr">
              <a:lnSpc>
                <a:spcPct val="90000"/>
              </a:lnSpc>
              <a:spcBef>
                <a:spcPts val="700"/>
              </a:spcBef>
              <a:spcAft>
                <a:spcPts val="0"/>
              </a:spcAft>
              <a:buClr>
                <a:schemeClr val="dk1"/>
              </a:buClr>
              <a:buSzPts val="2240"/>
              <a:buNone/>
              <a:defRPr sz="2240"/>
            </a:lvl5pPr>
            <a:lvl6pPr lvl="5" algn="ctr">
              <a:lnSpc>
                <a:spcPct val="90000"/>
              </a:lnSpc>
              <a:spcBef>
                <a:spcPts val="700"/>
              </a:spcBef>
              <a:spcAft>
                <a:spcPts val="0"/>
              </a:spcAft>
              <a:buClr>
                <a:schemeClr val="dk1"/>
              </a:buClr>
              <a:buSzPts val="2240"/>
              <a:buNone/>
              <a:defRPr sz="2240"/>
            </a:lvl6pPr>
            <a:lvl7pPr lvl="6" algn="ctr">
              <a:lnSpc>
                <a:spcPct val="90000"/>
              </a:lnSpc>
              <a:spcBef>
                <a:spcPts val="700"/>
              </a:spcBef>
              <a:spcAft>
                <a:spcPts val="0"/>
              </a:spcAft>
              <a:buClr>
                <a:schemeClr val="dk1"/>
              </a:buClr>
              <a:buSzPts val="2240"/>
              <a:buNone/>
              <a:defRPr sz="2240"/>
            </a:lvl7pPr>
            <a:lvl8pPr lvl="7" algn="ctr">
              <a:lnSpc>
                <a:spcPct val="90000"/>
              </a:lnSpc>
              <a:spcBef>
                <a:spcPts val="700"/>
              </a:spcBef>
              <a:spcAft>
                <a:spcPts val="0"/>
              </a:spcAft>
              <a:buClr>
                <a:schemeClr val="dk1"/>
              </a:buClr>
              <a:buSzPts val="2240"/>
              <a:buNone/>
              <a:defRPr sz="2240"/>
            </a:lvl8pPr>
            <a:lvl9pPr lvl="8" algn="ctr">
              <a:lnSpc>
                <a:spcPct val="90000"/>
              </a:lnSpc>
              <a:spcBef>
                <a:spcPts val="700"/>
              </a:spcBef>
              <a:spcAft>
                <a:spcPts val="0"/>
              </a:spcAft>
              <a:buClr>
                <a:schemeClr val="dk1"/>
              </a:buClr>
              <a:buSzPts val="2240"/>
              <a:buNone/>
              <a:defRPr sz="2240"/>
            </a:lvl9pPr>
          </a:lstStyle>
          <a:p/>
        </p:txBody>
      </p:sp>
      <p:sp>
        <p:nvSpPr>
          <p:cNvPr id="24" name="Google Shape;24;p3"/>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73443" y="2393635"/>
            <a:ext cx="11041380" cy="399383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8400"/>
              <a:buFont typeface="Calibri"/>
              <a:buNone/>
              <a:defRPr sz="8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73443" y="6425250"/>
            <a:ext cx="11041380" cy="210026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400"/>
              </a:spcBef>
              <a:spcAft>
                <a:spcPts val="0"/>
              </a:spcAft>
              <a:buClr>
                <a:schemeClr val="dk1"/>
              </a:buClr>
              <a:buSzPts val="3360"/>
              <a:buNone/>
              <a:defRPr sz="3359">
                <a:solidFill>
                  <a:schemeClr val="dk1"/>
                </a:solidFill>
              </a:defRPr>
            </a:lvl1pPr>
            <a:lvl2pPr indent="-228600" lvl="1" marL="914400" algn="l">
              <a:lnSpc>
                <a:spcPct val="90000"/>
              </a:lnSpc>
              <a:spcBef>
                <a:spcPts val="700"/>
              </a:spcBef>
              <a:spcAft>
                <a:spcPts val="0"/>
              </a:spcAft>
              <a:buClr>
                <a:srgbClr val="888888"/>
              </a:buClr>
              <a:buSzPts val="2800"/>
              <a:buNone/>
              <a:defRPr sz="2800">
                <a:solidFill>
                  <a:srgbClr val="888888"/>
                </a:solidFill>
              </a:defRPr>
            </a:lvl2pPr>
            <a:lvl3pPr indent="-228600" lvl="2" marL="1371600" algn="l">
              <a:lnSpc>
                <a:spcPct val="90000"/>
              </a:lnSpc>
              <a:spcBef>
                <a:spcPts val="700"/>
              </a:spcBef>
              <a:spcAft>
                <a:spcPts val="0"/>
              </a:spcAft>
              <a:buClr>
                <a:srgbClr val="888888"/>
              </a:buClr>
              <a:buSzPts val="2520"/>
              <a:buNone/>
              <a:defRPr sz="2520">
                <a:solidFill>
                  <a:srgbClr val="888888"/>
                </a:solidFill>
              </a:defRPr>
            </a:lvl3pPr>
            <a:lvl4pPr indent="-228600" lvl="3" marL="1828800" algn="l">
              <a:lnSpc>
                <a:spcPct val="90000"/>
              </a:lnSpc>
              <a:spcBef>
                <a:spcPts val="700"/>
              </a:spcBef>
              <a:spcAft>
                <a:spcPts val="0"/>
              </a:spcAft>
              <a:buClr>
                <a:srgbClr val="888888"/>
              </a:buClr>
              <a:buSzPts val="2240"/>
              <a:buNone/>
              <a:defRPr sz="2240">
                <a:solidFill>
                  <a:srgbClr val="888888"/>
                </a:solidFill>
              </a:defRPr>
            </a:lvl4pPr>
            <a:lvl5pPr indent="-228600" lvl="4" marL="2286000" algn="l">
              <a:lnSpc>
                <a:spcPct val="90000"/>
              </a:lnSpc>
              <a:spcBef>
                <a:spcPts val="700"/>
              </a:spcBef>
              <a:spcAft>
                <a:spcPts val="0"/>
              </a:spcAft>
              <a:buClr>
                <a:srgbClr val="888888"/>
              </a:buClr>
              <a:buSzPts val="2240"/>
              <a:buNone/>
              <a:defRPr sz="2240">
                <a:solidFill>
                  <a:srgbClr val="888888"/>
                </a:solidFill>
              </a:defRPr>
            </a:lvl5pPr>
            <a:lvl6pPr indent="-228600" lvl="5" marL="2743200" algn="l">
              <a:lnSpc>
                <a:spcPct val="90000"/>
              </a:lnSpc>
              <a:spcBef>
                <a:spcPts val="700"/>
              </a:spcBef>
              <a:spcAft>
                <a:spcPts val="0"/>
              </a:spcAft>
              <a:buClr>
                <a:srgbClr val="888888"/>
              </a:buClr>
              <a:buSzPts val="2240"/>
              <a:buNone/>
              <a:defRPr sz="2240">
                <a:solidFill>
                  <a:srgbClr val="888888"/>
                </a:solidFill>
              </a:defRPr>
            </a:lvl6pPr>
            <a:lvl7pPr indent="-228600" lvl="6" marL="3200400" algn="l">
              <a:lnSpc>
                <a:spcPct val="90000"/>
              </a:lnSpc>
              <a:spcBef>
                <a:spcPts val="700"/>
              </a:spcBef>
              <a:spcAft>
                <a:spcPts val="0"/>
              </a:spcAft>
              <a:buClr>
                <a:srgbClr val="888888"/>
              </a:buClr>
              <a:buSzPts val="2240"/>
              <a:buNone/>
              <a:defRPr sz="2240">
                <a:solidFill>
                  <a:srgbClr val="888888"/>
                </a:solidFill>
              </a:defRPr>
            </a:lvl7pPr>
            <a:lvl8pPr indent="-228600" lvl="7" marL="3657600" algn="l">
              <a:lnSpc>
                <a:spcPct val="90000"/>
              </a:lnSpc>
              <a:spcBef>
                <a:spcPts val="700"/>
              </a:spcBef>
              <a:spcAft>
                <a:spcPts val="0"/>
              </a:spcAft>
              <a:buClr>
                <a:srgbClr val="888888"/>
              </a:buClr>
              <a:buSzPts val="2240"/>
              <a:buNone/>
              <a:defRPr sz="2240">
                <a:solidFill>
                  <a:srgbClr val="888888"/>
                </a:solidFill>
              </a:defRPr>
            </a:lvl8pPr>
            <a:lvl9pPr indent="-228600" lvl="8" marL="4114800" algn="l">
              <a:lnSpc>
                <a:spcPct val="90000"/>
              </a:lnSpc>
              <a:spcBef>
                <a:spcPts val="700"/>
              </a:spcBef>
              <a:spcAft>
                <a:spcPts val="0"/>
              </a:spcAft>
              <a:buClr>
                <a:srgbClr val="888888"/>
              </a:buClr>
              <a:buSzPts val="2240"/>
              <a:buNone/>
              <a:defRPr sz="2240">
                <a:solidFill>
                  <a:srgbClr val="888888"/>
                </a:solidFill>
              </a:defRPr>
            </a:lvl9pPr>
          </a:lstStyle>
          <a:p/>
        </p:txBody>
      </p:sp>
      <p:sp>
        <p:nvSpPr>
          <p:cNvPr id="30" name="Google Shape;30;p4"/>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80110" y="511177"/>
            <a:ext cx="11041380" cy="18557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80110" y="2555875"/>
            <a:ext cx="5440680" cy="609187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700"/>
              </a:spcBef>
              <a:spcAft>
                <a:spcPts val="0"/>
              </a:spcAft>
              <a:buClr>
                <a:schemeClr val="dk1"/>
              </a:buClr>
              <a:buSzPts val="1800"/>
              <a:buChar char="•"/>
              <a:defRPr/>
            </a:lvl2pPr>
            <a:lvl3pPr indent="-342900" lvl="2" marL="1371600" algn="l">
              <a:lnSpc>
                <a:spcPct val="90000"/>
              </a:lnSpc>
              <a:spcBef>
                <a:spcPts val="700"/>
              </a:spcBef>
              <a:spcAft>
                <a:spcPts val="0"/>
              </a:spcAft>
              <a:buClr>
                <a:schemeClr val="dk1"/>
              </a:buClr>
              <a:buSzPts val="1800"/>
              <a:buChar char="•"/>
              <a:defRPr/>
            </a:lvl3pPr>
            <a:lvl4pPr indent="-342900" lvl="3" marL="1828800" algn="l">
              <a:lnSpc>
                <a:spcPct val="90000"/>
              </a:lnSpc>
              <a:spcBef>
                <a:spcPts val="700"/>
              </a:spcBef>
              <a:spcAft>
                <a:spcPts val="0"/>
              </a:spcAft>
              <a:buClr>
                <a:schemeClr val="dk1"/>
              </a:buClr>
              <a:buSzPts val="1800"/>
              <a:buChar char="•"/>
              <a:defRPr/>
            </a:lvl4pPr>
            <a:lvl5pPr indent="-342900" lvl="4" marL="2286000" algn="l">
              <a:lnSpc>
                <a:spcPct val="90000"/>
              </a:lnSpc>
              <a:spcBef>
                <a:spcPts val="700"/>
              </a:spcBef>
              <a:spcAft>
                <a:spcPts val="0"/>
              </a:spcAft>
              <a:buClr>
                <a:schemeClr val="dk1"/>
              </a:buClr>
              <a:buSzPts val="1800"/>
              <a:buChar char="•"/>
              <a:defRPr/>
            </a:lvl5pPr>
            <a:lvl6pPr indent="-342900" lvl="5" marL="2743200" algn="l">
              <a:lnSpc>
                <a:spcPct val="90000"/>
              </a:lnSpc>
              <a:spcBef>
                <a:spcPts val="700"/>
              </a:spcBef>
              <a:spcAft>
                <a:spcPts val="0"/>
              </a:spcAft>
              <a:buClr>
                <a:schemeClr val="dk1"/>
              </a:buClr>
              <a:buSzPts val="1800"/>
              <a:buChar char="•"/>
              <a:defRPr/>
            </a:lvl6pPr>
            <a:lvl7pPr indent="-342900" lvl="6" marL="3200400" algn="l">
              <a:lnSpc>
                <a:spcPct val="90000"/>
              </a:lnSpc>
              <a:spcBef>
                <a:spcPts val="700"/>
              </a:spcBef>
              <a:spcAft>
                <a:spcPts val="0"/>
              </a:spcAft>
              <a:buClr>
                <a:schemeClr val="dk1"/>
              </a:buClr>
              <a:buSzPts val="1800"/>
              <a:buChar char="•"/>
              <a:defRPr/>
            </a:lvl7pPr>
            <a:lvl8pPr indent="-342900" lvl="7" marL="3657600" algn="l">
              <a:lnSpc>
                <a:spcPct val="90000"/>
              </a:lnSpc>
              <a:spcBef>
                <a:spcPts val="700"/>
              </a:spcBef>
              <a:spcAft>
                <a:spcPts val="0"/>
              </a:spcAft>
              <a:buClr>
                <a:schemeClr val="dk1"/>
              </a:buClr>
              <a:buSzPts val="1800"/>
              <a:buChar char="•"/>
              <a:defRPr/>
            </a:lvl8pPr>
            <a:lvl9pPr indent="-342900" lvl="8" marL="4114800" algn="l">
              <a:lnSpc>
                <a:spcPct val="90000"/>
              </a:lnSpc>
              <a:spcBef>
                <a:spcPts val="700"/>
              </a:spcBef>
              <a:spcAft>
                <a:spcPts val="0"/>
              </a:spcAft>
              <a:buClr>
                <a:schemeClr val="dk1"/>
              </a:buClr>
              <a:buSzPts val="1800"/>
              <a:buChar char="•"/>
              <a:defRPr/>
            </a:lvl9pPr>
          </a:lstStyle>
          <a:p/>
        </p:txBody>
      </p:sp>
      <p:sp>
        <p:nvSpPr>
          <p:cNvPr id="36" name="Google Shape;36;p5"/>
          <p:cNvSpPr txBox="1"/>
          <p:nvPr>
            <p:ph idx="2" type="body"/>
          </p:nvPr>
        </p:nvSpPr>
        <p:spPr>
          <a:xfrm>
            <a:off x="6480810" y="2555875"/>
            <a:ext cx="5440680" cy="609187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700"/>
              </a:spcBef>
              <a:spcAft>
                <a:spcPts val="0"/>
              </a:spcAft>
              <a:buClr>
                <a:schemeClr val="dk1"/>
              </a:buClr>
              <a:buSzPts val="1800"/>
              <a:buChar char="•"/>
              <a:defRPr/>
            </a:lvl2pPr>
            <a:lvl3pPr indent="-342900" lvl="2" marL="1371600" algn="l">
              <a:lnSpc>
                <a:spcPct val="90000"/>
              </a:lnSpc>
              <a:spcBef>
                <a:spcPts val="700"/>
              </a:spcBef>
              <a:spcAft>
                <a:spcPts val="0"/>
              </a:spcAft>
              <a:buClr>
                <a:schemeClr val="dk1"/>
              </a:buClr>
              <a:buSzPts val="1800"/>
              <a:buChar char="•"/>
              <a:defRPr/>
            </a:lvl3pPr>
            <a:lvl4pPr indent="-342900" lvl="3" marL="1828800" algn="l">
              <a:lnSpc>
                <a:spcPct val="90000"/>
              </a:lnSpc>
              <a:spcBef>
                <a:spcPts val="700"/>
              </a:spcBef>
              <a:spcAft>
                <a:spcPts val="0"/>
              </a:spcAft>
              <a:buClr>
                <a:schemeClr val="dk1"/>
              </a:buClr>
              <a:buSzPts val="1800"/>
              <a:buChar char="•"/>
              <a:defRPr/>
            </a:lvl4pPr>
            <a:lvl5pPr indent="-342900" lvl="4" marL="2286000" algn="l">
              <a:lnSpc>
                <a:spcPct val="90000"/>
              </a:lnSpc>
              <a:spcBef>
                <a:spcPts val="700"/>
              </a:spcBef>
              <a:spcAft>
                <a:spcPts val="0"/>
              </a:spcAft>
              <a:buClr>
                <a:schemeClr val="dk1"/>
              </a:buClr>
              <a:buSzPts val="1800"/>
              <a:buChar char="•"/>
              <a:defRPr/>
            </a:lvl5pPr>
            <a:lvl6pPr indent="-342900" lvl="5" marL="2743200" algn="l">
              <a:lnSpc>
                <a:spcPct val="90000"/>
              </a:lnSpc>
              <a:spcBef>
                <a:spcPts val="700"/>
              </a:spcBef>
              <a:spcAft>
                <a:spcPts val="0"/>
              </a:spcAft>
              <a:buClr>
                <a:schemeClr val="dk1"/>
              </a:buClr>
              <a:buSzPts val="1800"/>
              <a:buChar char="•"/>
              <a:defRPr/>
            </a:lvl6pPr>
            <a:lvl7pPr indent="-342900" lvl="6" marL="3200400" algn="l">
              <a:lnSpc>
                <a:spcPct val="90000"/>
              </a:lnSpc>
              <a:spcBef>
                <a:spcPts val="700"/>
              </a:spcBef>
              <a:spcAft>
                <a:spcPts val="0"/>
              </a:spcAft>
              <a:buClr>
                <a:schemeClr val="dk1"/>
              </a:buClr>
              <a:buSzPts val="1800"/>
              <a:buChar char="•"/>
              <a:defRPr/>
            </a:lvl7pPr>
            <a:lvl8pPr indent="-342900" lvl="7" marL="3657600" algn="l">
              <a:lnSpc>
                <a:spcPct val="90000"/>
              </a:lnSpc>
              <a:spcBef>
                <a:spcPts val="700"/>
              </a:spcBef>
              <a:spcAft>
                <a:spcPts val="0"/>
              </a:spcAft>
              <a:buClr>
                <a:schemeClr val="dk1"/>
              </a:buClr>
              <a:buSzPts val="1800"/>
              <a:buChar char="•"/>
              <a:defRPr/>
            </a:lvl8pPr>
            <a:lvl9pPr indent="-342900" lvl="8" marL="4114800" algn="l">
              <a:lnSpc>
                <a:spcPct val="90000"/>
              </a:lnSpc>
              <a:spcBef>
                <a:spcPts val="700"/>
              </a:spcBef>
              <a:spcAft>
                <a:spcPts val="0"/>
              </a:spcAft>
              <a:buClr>
                <a:schemeClr val="dk1"/>
              </a:buClr>
              <a:buSzPts val="1800"/>
              <a:buChar char="•"/>
              <a:defRPr/>
            </a:lvl9pPr>
          </a:lstStyle>
          <a:p/>
        </p:txBody>
      </p:sp>
      <p:sp>
        <p:nvSpPr>
          <p:cNvPr id="37" name="Google Shape;37;p5"/>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81777" y="511177"/>
            <a:ext cx="11041380" cy="18557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81779" y="2353628"/>
            <a:ext cx="5415676" cy="1153477"/>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400"/>
              </a:spcBef>
              <a:spcAft>
                <a:spcPts val="0"/>
              </a:spcAft>
              <a:buClr>
                <a:schemeClr val="dk1"/>
              </a:buClr>
              <a:buSzPts val="3360"/>
              <a:buNone/>
              <a:defRPr b="1" sz="3359"/>
            </a:lvl1pPr>
            <a:lvl2pPr indent="-228600" lvl="1" marL="914400" algn="l">
              <a:lnSpc>
                <a:spcPct val="90000"/>
              </a:lnSpc>
              <a:spcBef>
                <a:spcPts val="700"/>
              </a:spcBef>
              <a:spcAft>
                <a:spcPts val="0"/>
              </a:spcAft>
              <a:buClr>
                <a:schemeClr val="dk1"/>
              </a:buClr>
              <a:buSzPts val="2800"/>
              <a:buNone/>
              <a:defRPr b="1" sz="2800"/>
            </a:lvl2pPr>
            <a:lvl3pPr indent="-228600" lvl="2" marL="1371600" algn="l">
              <a:lnSpc>
                <a:spcPct val="90000"/>
              </a:lnSpc>
              <a:spcBef>
                <a:spcPts val="700"/>
              </a:spcBef>
              <a:spcAft>
                <a:spcPts val="0"/>
              </a:spcAft>
              <a:buClr>
                <a:schemeClr val="dk1"/>
              </a:buClr>
              <a:buSzPts val="2520"/>
              <a:buNone/>
              <a:defRPr b="1" sz="2520"/>
            </a:lvl3pPr>
            <a:lvl4pPr indent="-228600" lvl="3" marL="1828800" algn="l">
              <a:lnSpc>
                <a:spcPct val="90000"/>
              </a:lnSpc>
              <a:spcBef>
                <a:spcPts val="700"/>
              </a:spcBef>
              <a:spcAft>
                <a:spcPts val="0"/>
              </a:spcAft>
              <a:buClr>
                <a:schemeClr val="dk1"/>
              </a:buClr>
              <a:buSzPts val="2240"/>
              <a:buNone/>
              <a:defRPr b="1" sz="2240"/>
            </a:lvl4pPr>
            <a:lvl5pPr indent="-228600" lvl="4" marL="2286000" algn="l">
              <a:lnSpc>
                <a:spcPct val="90000"/>
              </a:lnSpc>
              <a:spcBef>
                <a:spcPts val="700"/>
              </a:spcBef>
              <a:spcAft>
                <a:spcPts val="0"/>
              </a:spcAft>
              <a:buClr>
                <a:schemeClr val="dk1"/>
              </a:buClr>
              <a:buSzPts val="2240"/>
              <a:buNone/>
              <a:defRPr b="1" sz="2240"/>
            </a:lvl5pPr>
            <a:lvl6pPr indent="-228600" lvl="5" marL="2743200" algn="l">
              <a:lnSpc>
                <a:spcPct val="90000"/>
              </a:lnSpc>
              <a:spcBef>
                <a:spcPts val="700"/>
              </a:spcBef>
              <a:spcAft>
                <a:spcPts val="0"/>
              </a:spcAft>
              <a:buClr>
                <a:schemeClr val="dk1"/>
              </a:buClr>
              <a:buSzPts val="2240"/>
              <a:buNone/>
              <a:defRPr b="1" sz="2240"/>
            </a:lvl6pPr>
            <a:lvl7pPr indent="-228600" lvl="6" marL="3200400" algn="l">
              <a:lnSpc>
                <a:spcPct val="90000"/>
              </a:lnSpc>
              <a:spcBef>
                <a:spcPts val="700"/>
              </a:spcBef>
              <a:spcAft>
                <a:spcPts val="0"/>
              </a:spcAft>
              <a:buClr>
                <a:schemeClr val="dk1"/>
              </a:buClr>
              <a:buSzPts val="2240"/>
              <a:buNone/>
              <a:defRPr b="1" sz="2240"/>
            </a:lvl7pPr>
            <a:lvl8pPr indent="-228600" lvl="7" marL="3657600" algn="l">
              <a:lnSpc>
                <a:spcPct val="90000"/>
              </a:lnSpc>
              <a:spcBef>
                <a:spcPts val="700"/>
              </a:spcBef>
              <a:spcAft>
                <a:spcPts val="0"/>
              </a:spcAft>
              <a:buClr>
                <a:schemeClr val="dk1"/>
              </a:buClr>
              <a:buSzPts val="2240"/>
              <a:buNone/>
              <a:defRPr b="1" sz="2240"/>
            </a:lvl8pPr>
            <a:lvl9pPr indent="-228600" lvl="8" marL="4114800" algn="l">
              <a:lnSpc>
                <a:spcPct val="90000"/>
              </a:lnSpc>
              <a:spcBef>
                <a:spcPts val="700"/>
              </a:spcBef>
              <a:spcAft>
                <a:spcPts val="0"/>
              </a:spcAft>
              <a:buClr>
                <a:schemeClr val="dk1"/>
              </a:buClr>
              <a:buSzPts val="2240"/>
              <a:buNone/>
              <a:defRPr b="1" sz="2240"/>
            </a:lvl9pPr>
          </a:lstStyle>
          <a:p/>
        </p:txBody>
      </p:sp>
      <p:sp>
        <p:nvSpPr>
          <p:cNvPr id="43" name="Google Shape;43;p6"/>
          <p:cNvSpPr txBox="1"/>
          <p:nvPr>
            <p:ph idx="2" type="body"/>
          </p:nvPr>
        </p:nvSpPr>
        <p:spPr>
          <a:xfrm>
            <a:off x="881779" y="3507105"/>
            <a:ext cx="5415676" cy="515842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700"/>
              </a:spcBef>
              <a:spcAft>
                <a:spcPts val="0"/>
              </a:spcAft>
              <a:buClr>
                <a:schemeClr val="dk1"/>
              </a:buClr>
              <a:buSzPts val="1800"/>
              <a:buChar char="•"/>
              <a:defRPr/>
            </a:lvl2pPr>
            <a:lvl3pPr indent="-342900" lvl="2" marL="1371600" algn="l">
              <a:lnSpc>
                <a:spcPct val="90000"/>
              </a:lnSpc>
              <a:spcBef>
                <a:spcPts val="700"/>
              </a:spcBef>
              <a:spcAft>
                <a:spcPts val="0"/>
              </a:spcAft>
              <a:buClr>
                <a:schemeClr val="dk1"/>
              </a:buClr>
              <a:buSzPts val="1800"/>
              <a:buChar char="•"/>
              <a:defRPr/>
            </a:lvl3pPr>
            <a:lvl4pPr indent="-342900" lvl="3" marL="1828800" algn="l">
              <a:lnSpc>
                <a:spcPct val="90000"/>
              </a:lnSpc>
              <a:spcBef>
                <a:spcPts val="700"/>
              </a:spcBef>
              <a:spcAft>
                <a:spcPts val="0"/>
              </a:spcAft>
              <a:buClr>
                <a:schemeClr val="dk1"/>
              </a:buClr>
              <a:buSzPts val="1800"/>
              <a:buChar char="•"/>
              <a:defRPr/>
            </a:lvl4pPr>
            <a:lvl5pPr indent="-342900" lvl="4" marL="2286000" algn="l">
              <a:lnSpc>
                <a:spcPct val="90000"/>
              </a:lnSpc>
              <a:spcBef>
                <a:spcPts val="700"/>
              </a:spcBef>
              <a:spcAft>
                <a:spcPts val="0"/>
              </a:spcAft>
              <a:buClr>
                <a:schemeClr val="dk1"/>
              </a:buClr>
              <a:buSzPts val="1800"/>
              <a:buChar char="•"/>
              <a:defRPr/>
            </a:lvl5pPr>
            <a:lvl6pPr indent="-342900" lvl="5" marL="2743200" algn="l">
              <a:lnSpc>
                <a:spcPct val="90000"/>
              </a:lnSpc>
              <a:spcBef>
                <a:spcPts val="700"/>
              </a:spcBef>
              <a:spcAft>
                <a:spcPts val="0"/>
              </a:spcAft>
              <a:buClr>
                <a:schemeClr val="dk1"/>
              </a:buClr>
              <a:buSzPts val="1800"/>
              <a:buChar char="•"/>
              <a:defRPr/>
            </a:lvl6pPr>
            <a:lvl7pPr indent="-342900" lvl="6" marL="3200400" algn="l">
              <a:lnSpc>
                <a:spcPct val="90000"/>
              </a:lnSpc>
              <a:spcBef>
                <a:spcPts val="700"/>
              </a:spcBef>
              <a:spcAft>
                <a:spcPts val="0"/>
              </a:spcAft>
              <a:buClr>
                <a:schemeClr val="dk1"/>
              </a:buClr>
              <a:buSzPts val="1800"/>
              <a:buChar char="•"/>
              <a:defRPr/>
            </a:lvl7pPr>
            <a:lvl8pPr indent="-342900" lvl="7" marL="3657600" algn="l">
              <a:lnSpc>
                <a:spcPct val="90000"/>
              </a:lnSpc>
              <a:spcBef>
                <a:spcPts val="700"/>
              </a:spcBef>
              <a:spcAft>
                <a:spcPts val="0"/>
              </a:spcAft>
              <a:buClr>
                <a:schemeClr val="dk1"/>
              </a:buClr>
              <a:buSzPts val="1800"/>
              <a:buChar char="•"/>
              <a:defRPr/>
            </a:lvl8pPr>
            <a:lvl9pPr indent="-342900" lvl="8" marL="4114800" algn="l">
              <a:lnSpc>
                <a:spcPct val="90000"/>
              </a:lnSpc>
              <a:spcBef>
                <a:spcPts val="700"/>
              </a:spcBef>
              <a:spcAft>
                <a:spcPts val="0"/>
              </a:spcAft>
              <a:buClr>
                <a:schemeClr val="dk1"/>
              </a:buClr>
              <a:buSzPts val="1800"/>
              <a:buChar char="•"/>
              <a:defRPr/>
            </a:lvl9pPr>
          </a:lstStyle>
          <a:p/>
        </p:txBody>
      </p:sp>
      <p:sp>
        <p:nvSpPr>
          <p:cNvPr id="44" name="Google Shape;44;p6"/>
          <p:cNvSpPr txBox="1"/>
          <p:nvPr>
            <p:ph idx="3" type="body"/>
          </p:nvPr>
        </p:nvSpPr>
        <p:spPr>
          <a:xfrm>
            <a:off x="6480811" y="2353628"/>
            <a:ext cx="5442347" cy="1153477"/>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400"/>
              </a:spcBef>
              <a:spcAft>
                <a:spcPts val="0"/>
              </a:spcAft>
              <a:buClr>
                <a:schemeClr val="dk1"/>
              </a:buClr>
              <a:buSzPts val="3360"/>
              <a:buNone/>
              <a:defRPr b="1" sz="3359"/>
            </a:lvl1pPr>
            <a:lvl2pPr indent="-228600" lvl="1" marL="914400" algn="l">
              <a:lnSpc>
                <a:spcPct val="90000"/>
              </a:lnSpc>
              <a:spcBef>
                <a:spcPts val="700"/>
              </a:spcBef>
              <a:spcAft>
                <a:spcPts val="0"/>
              </a:spcAft>
              <a:buClr>
                <a:schemeClr val="dk1"/>
              </a:buClr>
              <a:buSzPts val="2800"/>
              <a:buNone/>
              <a:defRPr b="1" sz="2800"/>
            </a:lvl2pPr>
            <a:lvl3pPr indent="-228600" lvl="2" marL="1371600" algn="l">
              <a:lnSpc>
                <a:spcPct val="90000"/>
              </a:lnSpc>
              <a:spcBef>
                <a:spcPts val="700"/>
              </a:spcBef>
              <a:spcAft>
                <a:spcPts val="0"/>
              </a:spcAft>
              <a:buClr>
                <a:schemeClr val="dk1"/>
              </a:buClr>
              <a:buSzPts val="2520"/>
              <a:buNone/>
              <a:defRPr b="1" sz="2520"/>
            </a:lvl3pPr>
            <a:lvl4pPr indent="-228600" lvl="3" marL="1828800" algn="l">
              <a:lnSpc>
                <a:spcPct val="90000"/>
              </a:lnSpc>
              <a:spcBef>
                <a:spcPts val="700"/>
              </a:spcBef>
              <a:spcAft>
                <a:spcPts val="0"/>
              </a:spcAft>
              <a:buClr>
                <a:schemeClr val="dk1"/>
              </a:buClr>
              <a:buSzPts val="2240"/>
              <a:buNone/>
              <a:defRPr b="1" sz="2240"/>
            </a:lvl4pPr>
            <a:lvl5pPr indent="-228600" lvl="4" marL="2286000" algn="l">
              <a:lnSpc>
                <a:spcPct val="90000"/>
              </a:lnSpc>
              <a:spcBef>
                <a:spcPts val="700"/>
              </a:spcBef>
              <a:spcAft>
                <a:spcPts val="0"/>
              </a:spcAft>
              <a:buClr>
                <a:schemeClr val="dk1"/>
              </a:buClr>
              <a:buSzPts val="2240"/>
              <a:buNone/>
              <a:defRPr b="1" sz="2240"/>
            </a:lvl5pPr>
            <a:lvl6pPr indent="-228600" lvl="5" marL="2743200" algn="l">
              <a:lnSpc>
                <a:spcPct val="90000"/>
              </a:lnSpc>
              <a:spcBef>
                <a:spcPts val="700"/>
              </a:spcBef>
              <a:spcAft>
                <a:spcPts val="0"/>
              </a:spcAft>
              <a:buClr>
                <a:schemeClr val="dk1"/>
              </a:buClr>
              <a:buSzPts val="2240"/>
              <a:buNone/>
              <a:defRPr b="1" sz="2240"/>
            </a:lvl6pPr>
            <a:lvl7pPr indent="-228600" lvl="6" marL="3200400" algn="l">
              <a:lnSpc>
                <a:spcPct val="90000"/>
              </a:lnSpc>
              <a:spcBef>
                <a:spcPts val="700"/>
              </a:spcBef>
              <a:spcAft>
                <a:spcPts val="0"/>
              </a:spcAft>
              <a:buClr>
                <a:schemeClr val="dk1"/>
              </a:buClr>
              <a:buSzPts val="2240"/>
              <a:buNone/>
              <a:defRPr b="1" sz="2240"/>
            </a:lvl7pPr>
            <a:lvl8pPr indent="-228600" lvl="7" marL="3657600" algn="l">
              <a:lnSpc>
                <a:spcPct val="90000"/>
              </a:lnSpc>
              <a:spcBef>
                <a:spcPts val="700"/>
              </a:spcBef>
              <a:spcAft>
                <a:spcPts val="0"/>
              </a:spcAft>
              <a:buClr>
                <a:schemeClr val="dk1"/>
              </a:buClr>
              <a:buSzPts val="2240"/>
              <a:buNone/>
              <a:defRPr b="1" sz="2240"/>
            </a:lvl8pPr>
            <a:lvl9pPr indent="-228600" lvl="8" marL="4114800" algn="l">
              <a:lnSpc>
                <a:spcPct val="90000"/>
              </a:lnSpc>
              <a:spcBef>
                <a:spcPts val="700"/>
              </a:spcBef>
              <a:spcAft>
                <a:spcPts val="0"/>
              </a:spcAft>
              <a:buClr>
                <a:schemeClr val="dk1"/>
              </a:buClr>
              <a:buSzPts val="2240"/>
              <a:buNone/>
              <a:defRPr b="1" sz="2240"/>
            </a:lvl9pPr>
          </a:lstStyle>
          <a:p/>
        </p:txBody>
      </p:sp>
      <p:sp>
        <p:nvSpPr>
          <p:cNvPr id="45" name="Google Shape;45;p6"/>
          <p:cNvSpPr txBox="1"/>
          <p:nvPr>
            <p:ph idx="4" type="body"/>
          </p:nvPr>
        </p:nvSpPr>
        <p:spPr>
          <a:xfrm>
            <a:off x="6480811" y="3507105"/>
            <a:ext cx="5442347" cy="515842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700"/>
              </a:spcBef>
              <a:spcAft>
                <a:spcPts val="0"/>
              </a:spcAft>
              <a:buClr>
                <a:schemeClr val="dk1"/>
              </a:buClr>
              <a:buSzPts val="1800"/>
              <a:buChar char="•"/>
              <a:defRPr/>
            </a:lvl2pPr>
            <a:lvl3pPr indent="-342900" lvl="2" marL="1371600" algn="l">
              <a:lnSpc>
                <a:spcPct val="90000"/>
              </a:lnSpc>
              <a:spcBef>
                <a:spcPts val="700"/>
              </a:spcBef>
              <a:spcAft>
                <a:spcPts val="0"/>
              </a:spcAft>
              <a:buClr>
                <a:schemeClr val="dk1"/>
              </a:buClr>
              <a:buSzPts val="1800"/>
              <a:buChar char="•"/>
              <a:defRPr/>
            </a:lvl3pPr>
            <a:lvl4pPr indent="-342900" lvl="3" marL="1828800" algn="l">
              <a:lnSpc>
                <a:spcPct val="90000"/>
              </a:lnSpc>
              <a:spcBef>
                <a:spcPts val="700"/>
              </a:spcBef>
              <a:spcAft>
                <a:spcPts val="0"/>
              </a:spcAft>
              <a:buClr>
                <a:schemeClr val="dk1"/>
              </a:buClr>
              <a:buSzPts val="1800"/>
              <a:buChar char="•"/>
              <a:defRPr/>
            </a:lvl4pPr>
            <a:lvl5pPr indent="-342900" lvl="4" marL="2286000" algn="l">
              <a:lnSpc>
                <a:spcPct val="90000"/>
              </a:lnSpc>
              <a:spcBef>
                <a:spcPts val="700"/>
              </a:spcBef>
              <a:spcAft>
                <a:spcPts val="0"/>
              </a:spcAft>
              <a:buClr>
                <a:schemeClr val="dk1"/>
              </a:buClr>
              <a:buSzPts val="1800"/>
              <a:buChar char="•"/>
              <a:defRPr/>
            </a:lvl5pPr>
            <a:lvl6pPr indent="-342900" lvl="5" marL="2743200" algn="l">
              <a:lnSpc>
                <a:spcPct val="90000"/>
              </a:lnSpc>
              <a:spcBef>
                <a:spcPts val="700"/>
              </a:spcBef>
              <a:spcAft>
                <a:spcPts val="0"/>
              </a:spcAft>
              <a:buClr>
                <a:schemeClr val="dk1"/>
              </a:buClr>
              <a:buSzPts val="1800"/>
              <a:buChar char="•"/>
              <a:defRPr/>
            </a:lvl6pPr>
            <a:lvl7pPr indent="-342900" lvl="6" marL="3200400" algn="l">
              <a:lnSpc>
                <a:spcPct val="90000"/>
              </a:lnSpc>
              <a:spcBef>
                <a:spcPts val="700"/>
              </a:spcBef>
              <a:spcAft>
                <a:spcPts val="0"/>
              </a:spcAft>
              <a:buClr>
                <a:schemeClr val="dk1"/>
              </a:buClr>
              <a:buSzPts val="1800"/>
              <a:buChar char="•"/>
              <a:defRPr/>
            </a:lvl7pPr>
            <a:lvl8pPr indent="-342900" lvl="7" marL="3657600" algn="l">
              <a:lnSpc>
                <a:spcPct val="90000"/>
              </a:lnSpc>
              <a:spcBef>
                <a:spcPts val="700"/>
              </a:spcBef>
              <a:spcAft>
                <a:spcPts val="0"/>
              </a:spcAft>
              <a:buClr>
                <a:schemeClr val="dk1"/>
              </a:buClr>
              <a:buSzPts val="1800"/>
              <a:buChar char="•"/>
              <a:defRPr/>
            </a:lvl8pPr>
            <a:lvl9pPr indent="-342900" lvl="8" marL="4114800" algn="l">
              <a:lnSpc>
                <a:spcPct val="90000"/>
              </a:lnSpc>
              <a:spcBef>
                <a:spcPts val="700"/>
              </a:spcBef>
              <a:spcAft>
                <a:spcPts val="0"/>
              </a:spcAft>
              <a:buClr>
                <a:schemeClr val="dk1"/>
              </a:buClr>
              <a:buSzPts val="1800"/>
              <a:buChar char="•"/>
              <a:defRPr/>
            </a:lvl9pPr>
          </a:lstStyle>
          <a:p/>
        </p:txBody>
      </p:sp>
      <p:sp>
        <p:nvSpPr>
          <p:cNvPr id="46" name="Google Shape;46;p6"/>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80110" y="511177"/>
            <a:ext cx="11041380" cy="18557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81778" y="640080"/>
            <a:ext cx="4128849" cy="224028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80"/>
              <a:buFont typeface="Calibri"/>
              <a:buNone/>
              <a:defRPr sz="44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442347" y="1382397"/>
            <a:ext cx="6480810" cy="6823075"/>
          </a:xfrm>
          <a:prstGeom prst="rect">
            <a:avLst/>
          </a:prstGeom>
          <a:noFill/>
          <a:ln>
            <a:noFill/>
          </a:ln>
        </p:spPr>
        <p:txBody>
          <a:bodyPr anchorCtr="0" anchor="t" bIns="45700" lIns="91425" spcFirstLastPara="1" rIns="91425" wrap="square" tIns="45700">
            <a:normAutofit/>
          </a:bodyPr>
          <a:lstStyle>
            <a:lvl1pPr indent="-513080" lvl="0" marL="457200" algn="l">
              <a:lnSpc>
                <a:spcPct val="90000"/>
              </a:lnSpc>
              <a:spcBef>
                <a:spcPts val="1400"/>
              </a:spcBef>
              <a:spcAft>
                <a:spcPts val="0"/>
              </a:spcAft>
              <a:buClr>
                <a:schemeClr val="dk1"/>
              </a:buClr>
              <a:buSzPts val="4480"/>
              <a:buChar char="•"/>
              <a:defRPr sz="4480"/>
            </a:lvl1pPr>
            <a:lvl2pPr indent="-477519" lvl="1" marL="914400" algn="l">
              <a:lnSpc>
                <a:spcPct val="90000"/>
              </a:lnSpc>
              <a:spcBef>
                <a:spcPts val="700"/>
              </a:spcBef>
              <a:spcAft>
                <a:spcPts val="0"/>
              </a:spcAft>
              <a:buClr>
                <a:schemeClr val="dk1"/>
              </a:buClr>
              <a:buSzPts val="3920"/>
              <a:buChar char="•"/>
              <a:defRPr sz="3920"/>
            </a:lvl2pPr>
            <a:lvl3pPr indent="-441960" lvl="2" marL="1371600" algn="l">
              <a:lnSpc>
                <a:spcPct val="90000"/>
              </a:lnSpc>
              <a:spcBef>
                <a:spcPts val="700"/>
              </a:spcBef>
              <a:spcAft>
                <a:spcPts val="0"/>
              </a:spcAft>
              <a:buClr>
                <a:schemeClr val="dk1"/>
              </a:buClr>
              <a:buSzPts val="3360"/>
              <a:buChar char="•"/>
              <a:defRPr sz="3359"/>
            </a:lvl3pPr>
            <a:lvl4pPr indent="-406400" lvl="3" marL="1828800" algn="l">
              <a:lnSpc>
                <a:spcPct val="90000"/>
              </a:lnSpc>
              <a:spcBef>
                <a:spcPts val="700"/>
              </a:spcBef>
              <a:spcAft>
                <a:spcPts val="0"/>
              </a:spcAft>
              <a:buClr>
                <a:schemeClr val="dk1"/>
              </a:buClr>
              <a:buSzPts val="2800"/>
              <a:buChar char="•"/>
              <a:defRPr sz="2800"/>
            </a:lvl4pPr>
            <a:lvl5pPr indent="-406400" lvl="4" marL="2286000" algn="l">
              <a:lnSpc>
                <a:spcPct val="90000"/>
              </a:lnSpc>
              <a:spcBef>
                <a:spcPts val="700"/>
              </a:spcBef>
              <a:spcAft>
                <a:spcPts val="0"/>
              </a:spcAft>
              <a:buClr>
                <a:schemeClr val="dk1"/>
              </a:buClr>
              <a:buSzPts val="2800"/>
              <a:buChar char="•"/>
              <a:defRPr sz="2800"/>
            </a:lvl5pPr>
            <a:lvl6pPr indent="-406400" lvl="5" marL="2743200" algn="l">
              <a:lnSpc>
                <a:spcPct val="90000"/>
              </a:lnSpc>
              <a:spcBef>
                <a:spcPts val="700"/>
              </a:spcBef>
              <a:spcAft>
                <a:spcPts val="0"/>
              </a:spcAft>
              <a:buClr>
                <a:schemeClr val="dk1"/>
              </a:buClr>
              <a:buSzPts val="2800"/>
              <a:buChar char="•"/>
              <a:defRPr sz="2800"/>
            </a:lvl6pPr>
            <a:lvl7pPr indent="-406400" lvl="6" marL="3200400" algn="l">
              <a:lnSpc>
                <a:spcPct val="90000"/>
              </a:lnSpc>
              <a:spcBef>
                <a:spcPts val="700"/>
              </a:spcBef>
              <a:spcAft>
                <a:spcPts val="0"/>
              </a:spcAft>
              <a:buClr>
                <a:schemeClr val="dk1"/>
              </a:buClr>
              <a:buSzPts val="2800"/>
              <a:buChar char="•"/>
              <a:defRPr sz="2800"/>
            </a:lvl7pPr>
            <a:lvl8pPr indent="-406400" lvl="7" marL="3657600" algn="l">
              <a:lnSpc>
                <a:spcPct val="90000"/>
              </a:lnSpc>
              <a:spcBef>
                <a:spcPts val="700"/>
              </a:spcBef>
              <a:spcAft>
                <a:spcPts val="0"/>
              </a:spcAft>
              <a:buClr>
                <a:schemeClr val="dk1"/>
              </a:buClr>
              <a:buSzPts val="2800"/>
              <a:buChar char="•"/>
              <a:defRPr sz="2800"/>
            </a:lvl8pPr>
            <a:lvl9pPr indent="-406400" lvl="8" marL="4114800" algn="l">
              <a:lnSpc>
                <a:spcPct val="90000"/>
              </a:lnSpc>
              <a:spcBef>
                <a:spcPts val="700"/>
              </a:spcBef>
              <a:spcAft>
                <a:spcPts val="0"/>
              </a:spcAft>
              <a:buClr>
                <a:schemeClr val="dk1"/>
              </a:buClr>
              <a:buSzPts val="2800"/>
              <a:buChar char="•"/>
              <a:defRPr sz="2800"/>
            </a:lvl9pPr>
          </a:lstStyle>
          <a:p/>
        </p:txBody>
      </p:sp>
      <p:sp>
        <p:nvSpPr>
          <p:cNvPr id="61" name="Google Shape;61;p9"/>
          <p:cNvSpPr txBox="1"/>
          <p:nvPr>
            <p:ph idx="2" type="body"/>
          </p:nvPr>
        </p:nvSpPr>
        <p:spPr>
          <a:xfrm>
            <a:off x="881778" y="2880360"/>
            <a:ext cx="4128849" cy="533622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400"/>
              </a:spcBef>
              <a:spcAft>
                <a:spcPts val="0"/>
              </a:spcAft>
              <a:buClr>
                <a:schemeClr val="dk1"/>
              </a:buClr>
              <a:buSzPts val="2240"/>
              <a:buNone/>
              <a:defRPr sz="2240"/>
            </a:lvl1pPr>
            <a:lvl2pPr indent="-228600" lvl="1" marL="914400" algn="l">
              <a:lnSpc>
                <a:spcPct val="90000"/>
              </a:lnSpc>
              <a:spcBef>
                <a:spcPts val="700"/>
              </a:spcBef>
              <a:spcAft>
                <a:spcPts val="0"/>
              </a:spcAft>
              <a:buClr>
                <a:schemeClr val="dk1"/>
              </a:buClr>
              <a:buSzPts val="1960"/>
              <a:buNone/>
              <a:defRPr sz="1960"/>
            </a:lvl2pPr>
            <a:lvl3pPr indent="-228600" lvl="2" marL="1371600" algn="l">
              <a:lnSpc>
                <a:spcPct val="90000"/>
              </a:lnSpc>
              <a:spcBef>
                <a:spcPts val="700"/>
              </a:spcBef>
              <a:spcAft>
                <a:spcPts val="0"/>
              </a:spcAft>
              <a:buClr>
                <a:schemeClr val="dk1"/>
              </a:buClr>
              <a:buSzPts val="1680"/>
              <a:buNone/>
              <a:defRPr sz="1679"/>
            </a:lvl3pPr>
            <a:lvl4pPr indent="-228600" lvl="3" marL="1828800" algn="l">
              <a:lnSpc>
                <a:spcPct val="90000"/>
              </a:lnSpc>
              <a:spcBef>
                <a:spcPts val="700"/>
              </a:spcBef>
              <a:spcAft>
                <a:spcPts val="0"/>
              </a:spcAft>
              <a:buClr>
                <a:schemeClr val="dk1"/>
              </a:buClr>
              <a:buSzPts val="1400"/>
              <a:buNone/>
              <a:defRPr sz="1400"/>
            </a:lvl4pPr>
            <a:lvl5pPr indent="-228600" lvl="4" marL="2286000" algn="l">
              <a:lnSpc>
                <a:spcPct val="90000"/>
              </a:lnSpc>
              <a:spcBef>
                <a:spcPts val="700"/>
              </a:spcBef>
              <a:spcAft>
                <a:spcPts val="0"/>
              </a:spcAft>
              <a:buClr>
                <a:schemeClr val="dk1"/>
              </a:buClr>
              <a:buSzPts val="1400"/>
              <a:buNone/>
              <a:defRPr sz="1400"/>
            </a:lvl5pPr>
            <a:lvl6pPr indent="-228600" lvl="5" marL="2743200" algn="l">
              <a:lnSpc>
                <a:spcPct val="90000"/>
              </a:lnSpc>
              <a:spcBef>
                <a:spcPts val="700"/>
              </a:spcBef>
              <a:spcAft>
                <a:spcPts val="0"/>
              </a:spcAft>
              <a:buClr>
                <a:schemeClr val="dk1"/>
              </a:buClr>
              <a:buSzPts val="1400"/>
              <a:buNone/>
              <a:defRPr sz="1400"/>
            </a:lvl6pPr>
            <a:lvl7pPr indent="-228600" lvl="6" marL="3200400" algn="l">
              <a:lnSpc>
                <a:spcPct val="90000"/>
              </a:lnSpc>
              <a:spcBef>
                <a:spcPts val="700"/>
              </a:spcBef>
              <a:spcAft>
                <a:spcPts val="0"/>
              </a:spcAft>
              <a:buClr>
                <a:schemeClr val="dk1"/>
              </a:buClr>
              <a:buSzPts val="1400"/>
              <a:buNone/>
              <a:defRPr sz="1400"/>
            </a:lvl7pPr>
            <a:lvl8pPr indent="-228600" lvl="7" marL="3657600" algn="l">
              <a:lnSpc>
                <a:spcPct val="90000"/>
              </a:lnSpc>
              <a:spcBef>
                <a:spcPts val="700"/>
              </a:spcBef>
              <a:spcAft>
                <a:spcPts val="0"/>
              </a:spcAft>
              <a:buClr>
                <a:schemeClr val="dk1"/>
              </a:buClr>
              <a:buSzPts val="1400"/>
              <a:buNone/>
              <a:defRPr sz="1400"/>
            </a:lvl8pPr>
            <a:lvl9pPr indent="-228600" lvl="8" marL="4114800" algn="l">
              <a:lnSpc>
                <a:spcPct val="90000"/>
              </a:lnSpc>
              <a:spcBef>
                <a:spcPts val="700"/>
              </a:spcBef>
              <a:spcAft>
                <a:spcPts val="0"/>
              </a:spcAft>
              <a:buClr>
                <a:schemeClr val="dk1"/>
              </a:buClr>
              <a:buSzPts val="1400"/>
              <a:buNone/>
              <a:defRPr sz="1400"/>
            </a:lvl9pPr>
          </a:lstStyle>
          <a:p/>
        </p:txBody>
      </p:sp>
      <p:sp>
        <p:nvSpPr>
          <p:cNvPr id="62" name="Google Shape;62;p9"/>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81778" y="640080"/>
            <a:ext cx="4128849" cy="224028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80"/>
              <a:buFont typeface="Calibri"/>
              <a:buNone/>
              <a:defRPr sz="44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442347" y="1382397"/>
            <a:ext cx="6480810" cy="6823075"/>
          </a:xfrm>
          <a:prstGeom prst="rect">
            <a:avLst/>
          </a:prstGeom>
          <a:noFill/>
          <a:ln>
            <a:noFill/>
          </a:ln>
        </p:spPr>
      </p:sp>
      <p:sp>
        <p:nvSpPr>
          <p:cNvPr id="68" name="Google Shape;68;p10"/>
          <p:cNvSpPr txBox="1"/>
          <p:nvPr>
            <p:ph idx="1" type="body"/>
          </p:nvPr>
        </p:nvSpPr>
        <p:spPr>
          <a:xfrm>
            <a:off x="881778" y="2880360"/>
            <a:ext cx="4128849" cy="533622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400"/>
              </a:spcBef>
              <a:spcAft>
                <a:spcPts val="0"/>
              </a:spcAft>
              <a:buClr>
                <a:schemeClr val="dk1"/>
              </a:buClr>
              <a:buSzPts val="2240"/>
              <a:buNone/>
              <a:defRPr sz="2240"/>
            </a:lvl1pPr>
            <a:lvl2pPr indent="-228600" lvl="1" marL="914400" algn="l">
              <a:lnSpc>
                <a:spcPct val="90000"/>
              </a:lnSpc>
              <a:spcBef>
                <a:spcPts val="700"/>
              </a:spcBef>
              <a:spcAft>
                <a:spcPts val="0"/>
              </a:spcAft>
              <a:buClr>
                <a:schemeClr val="dk1"/>
              </a:buClr>
              <a:buSzPts val="1960"/>
              <a:buNone/>
              <a:defRPr sz="1960"/>
            </a:lvl2pPr>
            <a:lvl3pPr indent="-228600" lvl="2" marL="1371600" algn="l">
              <a:lnSpc>
                <a:spcPct val="90000"/>
              </a:lnSpc>
              <a:spcBef>
                <a:spcPts val="700"/>
              </a:spcBef>
              <a:spcAft>
                <a:spcPts val="0"/>
              </a:spcAft>
              <a:buClr>
                <a:schemeClr val="dk1"/>
              </a:buClr>
              <a:buSzPts val="1680"/>
              <a:buNone/>
              <a:defRPr sz="1679"/>
            </a:lvl3pPr>
            <a:lvl4pPr indent="-228600" lvl="3" marL="1828800" algn="l">
              <a:lnSpc>
                <a:spcPct val="90000"/>
              </a:lnSpc>
              <a:spcBef>
                <a:spcPts val="700"/>
              </a:spcBef>
              <a:spcAft>
                <a:spcPts val="0"/>
              </a:spcAft>
              <a:buClr>
                <a:schemeClr val="dk1"/>
              </a:buClr>
              <a:buSzPts val="1400"/>
              <a:buNone/>
              <a:defRPr sz="1400"/>
            </a:lvl4pPr>
            <a:lvl5pPr indent="-228600" lvl="4" marL="2286000" algn="l">
              <a:lnSpc>
                <a:spcPct val="90000"/>
              </a:lnSpc>
              <a:spcBef>
                <a:spcPts val="700"/>
              </a:spcBef>
              <a:spcAft>
                <a:spcPts val="0"/>
              </a:spcAft>
              <a:buClr>
                <a:schemeClr val="dk1"/>
              </a:buClr>
              <a:buSzPts val="1400"/>
              <a:buNone/>
              <a:defRPr sz="1400"/>
            </a:lvl5pPr>
            <a:lvl6pPr indent="-228600" lvl="5" marL="2743200" algn="l">
              <a:lnSpc>
                <a:spcPct val="90000"/>
              </a:lnSpc>
              <a:spcBef>
                <a:spcPts val="700"/>
              </a:spcBef>
              <a:spcAft>
                <a:spcPts val="0"/>
              </a:spcAft>
              <a:buClr>
                <a:schemeClr val="dk1"/>
              </a:buClr>
              <a:buSzPts val="1400"/>
              <a:buNone/>
              <a:defRPr sz="1400"/>
            </a:lvl6pPr>
            <a:lvl7pPr indent="-228600" lvl="6" marL="3200400" algn="l">
              <a:lnSpc>
                <a:spcPct val="90000"/>
              </a:lnSpc>
              <a:spcBef>
                <a:spcPts val="700"/>
              </a:spcBef>
              <a:spcAft>
                <a:spcPts val="0"/>
              </a:spcAft>
              <a:buClr>
                <a:schemeClr val="dk1"/>
              </a:buClr>
              <a:buSzPts val="1400"/>
              <a:buNone/>
              <a:defRPr sz="1400"/>
            </a:lvl7pPr>
            <a:lvl8pPr indent="-228600" lvl="7" marL="3657600" algn="l">
              <a:lnSpc>
                <a:spcPct val="90000"/>
              </a:lnSpc>
              <a:spcBef>
                <a:spcPts val="700"/>
              </a:spcBef>
              <a:spcAft>
                <a:spcPts val="0"/>
              </a:spcAft>
              <a:buClr>
                <a:schemeClr val="dk1"/>
              </a:buClr>
              <a:buSzPts val="1400"/>
              <a:buNone/>
              <a:defRPr sz="1400"/>
            </a:lvl8pPr>
            <a:lvl9pPr indent="-228600" lvl="8" marL="4114800" algn="l">
              <a:lnSpc>
                <a:spcPct val="90000"/>
              </a:lnSpc>
              <a:spcBef>
                <a:spcPts val="700"/>
              </a:spcBef>
              <a:spcAft>
                <a:spcPts val="0"/>
              </a:spcAft>
              <a:buClr>
                <a:schemeClr val="dk1"/>
              </a:buClr>
              <a:buSzPts val="1400"/>
              <a:buNone/>
              <a:defRPr sz="1400"/>
            </a:lvl9pPr>
          </a:lstStyle>
          <a:p/>
        </p:txBody>
      </p:sp>
      <p:sp>
        <p:nvSpPr>
          <p:cNvPr id="69" name="Google Shape;69;p10"/>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80110" y="511177"/>
            <a:ext cx="11041380" cy="18557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354864" y="81122"/>
            <a:ext cx="6091873" cy="110413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700"/>
              </a:spcBef>
              <a:spcAft>
                <a:spcPts val="0"/>
              </a:spcAft>
              <a:buClr>
                <a:schemeClr val="dk1"/>
              </a:buClr>
              <a:buSzPts val="1800"/>
              <a:buChar char="•"/>
              <a:defRPr/>
            </a:lvl2pPr>
            <a:lvl3pPr indent="-342900" lvl="2" marL="1371600" algn="l">
              <a:lnSpc>
                <a:spcPct val="90000"/>
              </a:lnSpc>
              <a:spcBef>
                <a:spcPts val="700"/>
              </a:spcBef>
              <a:spcAft>
                <a:spcPts val="0"/>
              </a:spcAft>
              <a:buClr>
                <a:schemeClr val="dk1"/>
              </a:buClr>
              <a:buSzPts val="1800"/>
              <a:buChar char="•"/>
              <a:defRPr/>
            </a:lvl3pPr>
            <a:lvl4pPr indent="-342900" lvl="3" marL="1828800" algn="l">
              <a:lnSpc>
                <a:spcPct val="90000"/>
              </a:lnSpc>
              <a:spcBef>
                <a:spcPts val="700"/>
              </a:spcBef>
              <a:spcAft>
                <a:spcPts val="0"/>
              </a:spcAft>
              <a:buClr>
                <a:schemeClr val="dk1"/>
              </a:buClr>
              <a:buSzPts val="1800"/>
              <a:buChar char="•"/>
              <a:defRPr/>
            </a:lvl4pPr>
            <a:lvl5pPr indent="-342900" lvl="4" marL="2286000" algn="l">
              <a:lnSpc>
                <a:spcPct val="90000"/>
              </a:lnSpc>
              <a:spcBef>
                <a:spcPts val="700"/>
              </a:spcBef>
              <a:spcAft>
                <a:spcPts val="0"/>
              </a:spcAft>
              <a:buClr>
                <a:schemeClr val="dk1"/>
              </a:buClr>
              <a:buSzPts val="1800"/>
              <a:buChar char="•"/>
              <a:defRPr/>
            </a:lvl5pPr>
            <a:lvl6pPr indent="-342900" lvl="5" marL="2743200" algn="l">
              <a:lnSpc>
                <a:spcPct val="90000"/>
              </a:lnSpc>
              <a:spcBef>
                <a:spcPts val="700"/>
              </a:spcBef>
              <a:spcAft>
                <a:spcPts val="0"/>
              </a:spcAft>
              <a:buClr>
                <a:schemeClr val="dk1"/>
              </a:buClr>
              <a:buSzPts val="1800"/>
              <a:buChar char="•"/>
              <a:defRPr/>
            </a:lvl6pPr>
            <a:lvl7pPr indent="-342900" lvl="6" marL="3200400" algn="l">
              <a:lnSpc>
                <a:spcPct val="90000"/>
              </a:lnSpc>
              <a:spcBef>
                <a:spcPts val="700"/>
              </a:spcBef>
              <a:spcAft>
                <a:spcPts val="0"/>
              </a:spcAft>
              <a:buClr>
                <a:schemeClr val="dk1"/>
              </a:buClr>
              <a:buSzPts val="1800"/>
              <a:buChar char="•"/>
              <a:defRPr/>
            </a:lvl7pPr>
            <a:lvl8pPr indent="-342900" lvl="7" marL="3657600" algn="l">
              <a:lnSpc>
                <a:spcPct val="90000"/>
              </a:lnSpc>
              <a:spcBef>
                <a:spcPts val="700"/>
              </a:spcBef>
              <a:spcAft>
                <a:spcPts val="0"/>
              </a:spcAft>
              <a:buClr>
                <a:schemeClr val="dk1"/>
              </a:buClr>
              <a:buSzPts val="1800"/>
              <a:buChar char="•"/>
              <a:defRPr/>
            </a:lvl8pPr>
            <a:lvl9pPr indent="-342900" lvl="8" marL="4114800" algn="l">
              <a:lnSpc>
                <a:spcPct val="90000"/>
              </a:lnSpc>
              <a:spcBef>
                <a:spcPts val="700"/>
              </a:spcBef>
              <a:spcAft>
                <a:spcPts val="0"/>
              </a:spcAft>
              <a:buClr>
                <a:schemeClr val="dk1"/>
              </a:buClr>
              <a:buSzPts val="1800"/>
              <a:buChar char="•"/>
              <a:defRPr/>
            </a:lvl9pPr>
          </a:lstStyle>
          <a:p/>
        </p:txBody>
      </p:sp>
      <p:sp>
        <p:nvSpPr>
          <p:cNvPr id="75" name="Google Shape;75;p11"/>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6473032" y="3199289"/>
            <a:ext cx="8136573" cy="2760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872332" y="518954"/>
            <a:ext cx="8136573" cy="812101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700"/>
              </a:spcBef>
              <a:spcAft>
                <a:spcPts val="0"/>
              </a:spcAft>
              <a:buClr>
                <a:schemeClr val="dk1"/>
              </a:buClr>
              <a:buSzPts val="1800"/>
              <a:buChar char="•"/>
              <a:defRPr/>
            </a:lvl2pPr>
            <a:lvl3pPr indent="-342900" lvl="2" marL="1371600" algn="l">
              <a:lnSpc>
                <a:spcPct val="90000"/>
              </a:lnSpc>
              <a:spcBef>
                <a:spcPts val="700"/>
              </a:spcBef>
              <a:spcAft>
                <a:spcPts val="0"/>
              </a:spcAft>
              <a:buClr>
                <a:schemeClr val="dk1"/>
              </a:buClr>
              <a:buSzPts val="1800"/>
              <a:buChar char="•"/>
              <a:defRPr/>
            </a:lvl3pPr>
            <a:lvl4pPr indent="-342900" lvl="3" marL="1828800" algn="l">
              <a:lnSpc>
                <a:spcPct val="90000"/>
              </a:lnSpc>
              <a:spcBef>
                <a:spcPts val="700"/>
              </a:spcBef>
              <a:spcAft>
                <a:spcPts val="0"/>
              </a:spcAft>
              <a:buClr>
                <a:schemeClr val="dk1"/>
              </a:buClr>
              <a:buSzPts val="1800"/>
              <a:buChar char="•"/>
              <a:defRPr/>
            </a:lvl4pPr>
            <a:lvl5pPr indent="-342900" lvl="4" marL="2286000" algn="l">
              <a:lnSpc>
                <a:spcPct val="90000"/>
              </a:lnSpc>
              <a:spcBef>
                <a:spcPts val="700"/>
              </a:spcBef>
              <a:spcAft>
                <a:spcPts val="0"/>
              </a:spcAft>
              <a:buClr>
                <a:schemeClr val="dk1"/>
              </a:buClr>
              <a:buSzPts val="1800"/>
              <a:buChar char="•"/>
              <a:defRPr/>
            </a:lvl5pPr>
            <a:lvl6pPr indent="-342900" lvl="5" marL="2743200" algn="l">
              <a:lnSpc>
                <a:spcPct val="90000"/>
              </a:lnSpc>
              <a:spcBef>
                <a:spcPts val="700"/>
              </a:spcBef>
              <a:spcAft>
                <a:spcPts val="0"/>
              </a:spcAft>
              <a:buClr>
                <a:schemeClr val="dk1"/>
              </a:buClr>
              <a:buSzPts val="1800"/>
              <a:buChar char="•"/>
              <a:defRPr/>
            </a:lvl6pPr>
            <a:lvl7pPr indent="-342900" lvl="6" marL="3200400" algn="l">
              <a:lnSpc>
                <a:spcPct val="90000"/>
              </a:lnSpc>
              <a:spcBef>
                <a:spcPts val="700"/>
              </a:spcBef>
              <a:spcAft>
                <a:spcPts val="0"/>
              </a:spcAft>
              <a:buClr>
                <a:schemeClr val="dk1"/>
              </a:buClr>
              <a:buSzPts val="1800"/>
              <a:buChar char="•"/>
              <a:defRPr/>
            </a:lvl7pPr>
            <a:lvl8pPr indent="-342900" lvl="7" marL="3657600" algn="l">
              <a:lnSpc>
                <a:spcPct val="90000"/>
              </a:lnSpc>
              <a:spcBef>
                <a:spcPts val="700"/>
              </a:spcBef>
              <a:spcAft>
                <a:spcPts val="0"/>
              </a:spcAft>
              <a:buClr>
                <a:schemeClr val="dk1"/>
              </a:buClr>
              <a:buSzPts val="1800"/>
              <a:buChar char="•"/>
              <a:defRPr/>
            </a:lvl8pPr>
            <a:lvl9pPr indent="-342900" lvl="8" marL="4114800" algn="l">
              <a:lnSpc>
                <a:spcPct val="90000"/>
              </a:lnSpc>
              <a:spcBef>
                <a:spcPts val="700"/>
              </a:spcBef>
              <a:spcAft>
                <a:spcPts val="0"/>
              </a:spcAft>
              <a:buClr>
                <a:schemeClr val="dk1"/>
              </a:buClr>
              <a:buSzPts val="1800"/>
              <a:buChar char="•"/>
              <a:defRPr/>
            </a:lvl9pPr>
          </a:lstStyle>
          <a:p/>
        </p:txBody>
      </p:sp>
      <p:sp>
        <p:nvSpPr>
          <p:cNvPr id="81" name="Google Shape;81;p12"/>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80110" y="511177"/>
            <a:ext cx="11041380" cy="185578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6160"/>
              <a:buFont typeface="Calibri"/>
              <a:buNone/>
              <a:defRPr b="0" i="0" sz="616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80110" y="2555875"/>
            <a:ext cx="11041380" cy="6091873"/>
          </a:xfrm>
          <a:prstGeom prst="rect">
            <a:avLst/>
          </a:prstGeom>
          <a:noFill/>
          <a:ln>
            <a:noFill/>
          </a:ln>
        </p:spPr>
        <p:txBody>
          <a:bodyPr anchorCtr="0" anchor="t" bIns="45700" lIns="91425" spcFirstLastPara="1" rIns="91425" wrap="square" tIns="45700">
            <a:normAutofit/>
          </a:bodyPr>
          <a:lstStyle>
            <a:lvl1pPr indent="-477519" lvl="0" marL="457200" marR="0" rtl="0" algn="l">
              <a:lnSpc>
                <a:spcPct val="90000"/>
              </a:lnSpc>
              <a:spcBef>
                <a:spcPts val="1400"/>
              </a:spcBef>
              <a:spcAft>
                <a:spcPts val="0"/>
              </a:spcAft>
              <a:buClr>
                <a:schemeClr val="dk1"/>
              </a:buClr>
              <a:buSzPts val="3920"/>
              <a:buFont typeface="Arial"/>
              <a:buChar char="•"/>
              <a:defRPr b="0" i="0" sz="3920" u="none" cap="none" strike="noStrike">
                <a:solidFill>
                  <a:schemeClr val="dk1"/>
                </a:solidFill>
                <a:latin typeface="Calibri"/>
                <a:ea typeface="Calibri"/>
                <a:cs typeface="Calibri"/>
                <a:sym typeface="Calibri"/>
              </a:defRPr>
            </a:lvl1pPr>
            <a:lvl2pPr indent="-441960" lvl="1" marL="914400" marR="0" rtl="0" algn="l">
              <a:lnSpc>
                <a:spcPct val="90000"/>
              </a:lnSpc>
              <a:spcBef>
                <a:spcPts val="700"/>
              </a:spcBef>
              <a:spcAft>
                <a:spcPts val="0"/>
              </a:spcAft>
              <a:buClr>
                <a:schemeClr val="dk1"/>
              </a:buClr>
              <a:buSzPts val="3360"/>
              <a:buFont typeface="Arial"/>
              <a:buChar char="•"/>
              <a:defRPr b="0" i="0" sz="3359" u="none" cap="none" strike="noStrike">
                <a:solidFill>
                  <a:schemeClr val="dk1"/>
                </a:solidFill>
                <a:latin typeface="Calibri"/>
                <a:ea typeface="Calibri"/>
                <a:cs typeface="Calibri"/>
                <a:sym typeface="Calibri"/>
              </a:defRPr>
            </a:lvl2pPr>
            <a:lvl3pPr indent="-406400" lvl="2" marL="1371600" marR="0" rtl="0" algn="l">
              <a:lnSpc>
                <a:spcPct val="90000"/>
              </a:lnSpc>
              <a:spcBef>
                <a:spcPts val="7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3pPr>
            <a:lvl4pPr indent="-388619" lvl="3" marL="1828800" marR="0" rtl="0" algn="l">
              <a:lnSpc>
                <a:spcPct val="90000"/>
              </a:lnSpc>
              <a:spcBef>
                <a:spcPts val="700"/>
              </a:spcBef>
              <a:spcAft>
                <a:spcPts val="0"/>
              </a:spcAft>
              <a:buClr>
                <a:schemeClr val="dk1"/>
              </a:buClr>
              <a:buSzPts val="2520"/>
              <a:buFont typeface="Arial"/>
              <a:buChar char="•"/>
              <a:defRPr b="0" i="0" sz="2520" u="none" cap="none" strike="noStrike">
                <a:solidFill>
                  <a:schemeClr val="dk1"/>
                </a:solidFill>
                <a:latin typeface="Calibri"/>
                <a:ea typeface="Calibri"/>
                <a:cs typeface="Calibri"/>
                <a:sym typeface="Calibri"/>
              </a:defRPr>
            </a:lvl4pPr>
            <a:lvl5pPr indent="-388620" lvl="4" marL="2286000" marR="0" rtl="0" algn="l">
              <a:lnSpc>
                <a:spcPct val="90000"/>
              </a:lnSpc>
              <a:spcBef>
                <a:spcPts val="700"/>
              </a:spcBef>
              <a:spcAft>
                <a:spcPts val="0"/>
              </a:spcAft>
              <a:buClr>
                <a:schemeClr val="dk1"/>
              </a:buClr>
              <a:buSzPts val="2520"/>
              <a:buFont typeface="Arial"/>
              <a:buChar char="•"/>
              <a:defRPr b="0" i="0" sz="2520" u="none" cap="none" strike="noStrike">
                <a:solidFill>
                  <a:schemeClr val="dk1"/>
                </a:solidFill>
                <a:latin typeface="Calibri"/>
                <a:ea typeface="Calibri"/>
                <a:cs typeface="Calibri"/>
                <a:sym typeface="Calibri"/>
              </a:defRPr>
            </a:lvl5pPr>
            <a:lvl6pPr indent="-388620" lvl="5" marL="2743200" marR="0" rtl="0" algn="l">
              <a:lnSpc>
                <a:spcPct val="90000"/>
              </a:lnSpc>
              <a:spcBef>
                <a:spcPts val="700"/>
              </a:spcBef>
              <a:spcAft>
                <a:spcPts val="0"/>
              </a:spcAft>
              <a:buClr>
                <a:schemeClr val="dk1"/>
              </a:buClr>
              <a:buSzPts val="2520"/>
              <a:buFont typeface="Arial"/>
              <a:buChar char="•"/>
              <a:defRPr b="0" i="0" sz="2520" u="none" cap="none" strike="noStrike">
                <a:solidFill>
                  <a:schemeClr val="dk1"/>
                </a:solidFill>
                <a:latin typeface="Calibri"/>
                <a:ea typeface="Calibri"/>
                <a:cs typeface="Calibri"/>
                <a:sym typeface="Calibri"/>
              </a:defRPr>
            </a:lvl6pPr>
            <a:lvl7pPr indent="-388620" lvl="6" marL="3200400" marR="0" rtl="0" algn="l">
              <a:lnSpc>
                <a:spcPct val="90000"/>
              </a:lnSpc>
              <a:spcBef>
                <a:spcPts val="700"/>
              </a:spcBef>
              <a:spcAft>
                <a:spcPts val="0"/>
              </a:spcAft>
              <a:buClr>
                <a:schemeClr val="dk1"/>
              </a:buClr>
              <a:buSzPts val="2520"/>
              <a:buFont typeface="Arial"/>
              <a:buChar char="•"/>
              <a:defRPr b="0" i="0" sz="2520" u="none" cap="none" strike="noStrike">
                <a:solidFill>
                  <a:schemeClr val="dk1"/>
                </a:solidFill>
                <a:latin typeface="Calibri"/>
                <a:ea typeface="Calibri"/>
                <a:cs typeface="Calibri"/>
                <a:sym typeface="Calibri"/>
              </a:defRPr>
            </a:lvl7pPr>
            <a:lvl8pPr indent="-388620" lvl="7" marL="3657600" marR="0" rtl="0" algn="l">
              <a:lnSpc>
                <a:spcPct val="90000"/>
              </a:lnSpc>
              <a:spcBef>
                <a:spcPts val="700"/>
              </a:spcBef>
              <a:spcAft>
                <a:spcPts val="0"/>
              </a:spcAft>
              <a:buClr>
                <a:schemeClr val="dk1"/>
              </a:buClr>
              <a:buSzPts val="2520"/>
              <a:buFont typeface="Arial"/>
              <a:buChar char="•"/>
              <a:defRPr b="0" i="0" sz="2520" u="none" cap="none" strike="noStrike">
                <a:solidFill>
                  <a:schemeClr val="dk1"/>
                </a:solidFill>
                <a:latin typeface="Calibri"/>
                <a:ea typeface="Calibri"/>
                <a:cs typeface="Calibri"/>
                <a:sym typeface="Calibri"/>
              </a:defRPr>
            </a:lvl8pPr>
            <a:lvl9pPr indent="-388620" lvl="8" marL="4114800" marR="0" rtl="0" algn="l">
              <a:lnSpc>
                <a:spcPct val="90000"/>
              </a:lnSpc>
              <a:spcBef>
                <a:spcPts val="700"/>
              </a:spcBef>
              <a:spcAft>
                <a:spcPts val="0"/>
              </a:spcAft>
              <a:buClr>
                <a:schemeClr val="dk1"/>
              </a:buClr>
              <a:buSzPts val="2520"/>
              <a:buFont typeface="Arial"/>
              <a:buChar char="•"/>
              <a:defRPr b="0" i="0" sz="252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80110" y="8898892"/>
            <a:ext cx="2880360" cy="5111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679"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240530" y="8898892"/>
            <a:ext cx="4320540" cy="51117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679"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9041130" y="8898892"/>
            <a:ext cx="2880360" cy="51117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679" u="none" cap="none" strike="noStrike">
                <a:solidFill>
                  <a:srgbClr val="888888"/>
                </a:solidFill>
                <a:latin typeface="Calibri"/>
                <a:ea typeface="Calibri"/>
                <a:cs typeface="Calibri"/>
                <a:sym typeface="Calibri"/>
              </a:defRPr>
            </a:lvl1pPr>
            <a:lvl2pPr indent="0" lvl="1" marL="0" marR="0" rtl="0" algn="r">
              <a:spcBef>
                <a:spcPts val="0"/>
              </a:spcBef>
              <a:buNone/>
              <a:defRPr b="0" i="0" sz="1679" u="none" cap="none" strike="noStrike">
                <a:solidFill>
                  <a:srgbClr val="888888"/>
                </a:solidFill>
                <a:latin typeface="Calibri"/>
                <a:ea typeface="Calibri"/>
                <a:cs typeface="Calibri"/>
                <a:sym typeface="Calibri"/>
              </a:defRPr>
            </a:lvl2pPr>
            <a:lvl3pPr indent="0" lvl="2" marL="0" marR="0" rtl="0" algn="r">
              <a:spcBef>
                <a:spcPts val="0"/>
              </a:spcBef>
              <a:buNone/>
              <a:defRPr b="0" i="0" sz="1679" u="none" cap="none" strike="noStrike">
                <a:solidFill>
                  <a:srgbClr val="888888"/>
                </a:solidFill>
                <a:latin typeface="Calibri"/>
                <a:ea typeface="Calibri"/>
                <a:cs typeface="Calibri"/>
                <a:sym typeface="Calibri"/>
              </a:defRPr>
            </a:lvl3pPr>
            <a:lvl4pPr indent="0" lvl="3" marL="0" marR="0" rtl="0" algn="r">
              <a:spcBef>
                <a:spcPts val="0"/>
              </a:spcBef>
              <a:buNone/>
              <a:defRPr b="0" i="0" sz="1679" u="none" cap="none" strike="noStrike">
                <a:solidFill>
                  <a:srgbClr val="888888"/>
                </a:solidFill>
                <a:latin typeface="Calibri"/>
                <a:ea typeface="Calibri"/>
                <a:cs typeface="Calibri"/>
                <a:sym typeface="Calibri"/>
              </a:defRPr>
            </a:lvl4pPr>
            <a:lvl5pPr indent="0" lvl="4" marL="0" marR="0" rtl="0" algn="r">
              <a:spcBef>
                <a:spcPts val="0"/>
              </a:spcBef>
              <a:buNone/>
              <a:defRPr b="0" i="0" sz="1679" u="none" cap="none" strike="noStrike">
                <a:solidFill>
                  <a:srgbClr val="888888"/>
                </a:solidFill>
                <a:latin typeface="Calibri"/>
                <a:ea typeface="Calibri"/>
                <a:cs typeface="Calibri"/>
                <a:sym typeface="Calibri"/>
              </a:defRPr>
            </a:lvl5pPr>
            <a:lvl6pPr indent="0" lvl="5" marL="0" marR="0" rtl="0" algn="r">
              <a:spcBef>
                <a:spcPts val="0"/>
              </a:spcBef>
              <a:buNone/>
              <a:defRPr b="0" i="0" sz="1679" u="none" cap="none" strike="noStrike">
                <a:solidFill>
                  <a:srgbClr val="888888"/>
                </a:solidFill>
                <a:latin typeface="Calibri"/>
                <a:ea typeface="Calibri"/>
                <a:cs typeface="Calibri"/>
                <a:sym typeface="Calibri"/>
              </a:defRPr>
            </a:lvl6pPr>
            <a:lvl7pPr indent="0" lvl="6" marL="0" marR="0" rtl="0" algn="r">
              <a:spcBef>
                <a:spcPts val="0"/>
              </a:spcBef>
              <a:buNone/>
              <a:defRPr b="0" i="0" sz="1679" u="none" cap="none" strike="noStrike">
                <a:solidFill>
                  <a:srgbClr val="888888"/>
                </a:solidFill>
                <a:latin typeface="Calibri"/>
                <a:ea typeface="Calibri"/>
                <a:cs typeface="Calibri"/>
                <a:sym typeface="Calibri"/>
              </a:defRPr>
            </a:lvl7pPr>
            <a:lvl8pPr indent="0" lvl="7" marL="0" marR="0" rtl="0" algn="r">
              <a:spcBef>
                <a:spcPts val="0"/>
              </a:spcBef>
              <a:buNone/>
              <a:defRPr b="0" i="0" sz="1679" u="none" cap="none" strike="noStrike">
                <a:solidFill>
                  <a:srgbClr val="888888"/>
                </a:solidFill>
                <a:latin typeface="Calibri"/>
                <a:ea typeface="Calibri"/>
                <a:cs typeface="Calibri"/>
                <a:sym typeface="Calibri"/>
              </a:defRPr>
            </a:lvl8pPr>
            <a:lvl9pPr indent="0" lvl="8" marL="0" marR="0" rtl="0" algn="r">
              <a:spcBef>
                <a:spcPts val="0"/>
              </a:spcBef>
              <a:buNone/>
              <a:defRPr b="0" i="0" sz="1679"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6.png"/><Relationship Id="rId1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grpSp>
        <p:nvGrpSpPr>
          <p:cNvPr id="88" name="Google Shape;88;p13"/>
          <p:cNvGrpSpPr/>
          <p:nvPr/>
        </p:nvGrpSpPr>
        <p:grpSpPr>
          <a:xfrm>
            <a:off x="136104" y="191083"/>
            <a:ext cx="12529392" cy="9218029"/>
            <a:chOff x="1942" y="0"/>
            <a:chExt cx="15653" cy="10141"/>
          </a:xfrm>
        </p:grpSpPr>
        <p:sp>
          <p:nvSpPr>
            <p:cNvPr id="89" name="Google Shape;89;p13"/>
            <p:cNvSpPr/>
            <p:nvPr/>
          </p:nvSpPr>
          <p:spPr>
            <a:xfrm>
              <a:off x="1942" y="960"/>
              <a:ext cx="15634" cy="9181"/>
            </a:xfrm>
            <a:prstGeom prst="rect">
              <a:avLst/>
            </a:prstGeom>
            <a:noFill/>
            <a:ln cap="flat" cmpd="sng" w="12700">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92" u="none" cap="none" strike="noStrike">
                <a:solidFill>
                  <a:schemeClr val="lt1"/>
                </a:solidFill>
                <a:latin typeface="Calibri"/>
                <a:ea typeface="Calibri"/>
                <a:cs typeface="Calibri"/>
                <a:sym typeface="Calibri"/>
              </a:endParaRPr>
            </a:p>
          </p:txBody>
        </p:sp>
        <p:sp>
          <p:nvSpPr>
            <p:cNvPr id="90" name="Google Shape;90;p13"/>
            <p:cNvSpPr/>
            <p:nvPr/>
          </p:nvSpPr>
          <p:spPr>
            <a:xfrm>
              <a:off x="1942" y="0"/>
              <a:ext cx="15653" cy="960"/>
            </a:xfrm>
            <a:prstGeom prst="rect">
              <a:avLst/>
            </a:prstGeom>
            <a:solidFill>
              <a:srgbClr val="C4E0B2"/>
            </a:solidFill>
            <a:ln cap="flat" cmpd="sng" w="12700">
              <a:solidFill>
                <a:srgbClr val="C4E0B2"/>
              </a:solidFill>
              <a:prstDash val="solid"/>
              <a:miter lim="800000"/>
              <a:headEnd len="sm" w="sm" type="none"/>
              <a:tailEnd len="sm" w="sm" type="none"/>
            </a:ln>
          </p:spPr>
          <p:txBody>
            <a:bodyPr anchorCtr="0" anchor="ctr" bIns="13525" lIns="27075" spcFirstLastPara="1" rIns="27075" wrap="square" tIns="13525">
              <a:noAutofit/>
            </a:bodyPr>
            <a:lstStyle/>
            <a:p>
              <a:pPr indent="0" lvl="0" marL="0" marR="0" rtl="0" algn="ctr">
                <a:spcBef>
                  <a:spcPts val="0"/>
                </a:spcBef>
                <a:spcAft>
                  <a:spcPts val="0"/>
                </a:spcAft>
                <a:buNone/>
              </a:pPr>
              <a:r>
                <a:t/>
              </a:r>
              <a:endParaRPr b="0" i="0" sz="2215" u="none" cap="none" strike="noStrike">
                <a:solidFill>
                  <a:schemeClr val="lt1"/>
                </a:solidFill>
                <a:latin typeface="Bookman Old Style"/>
                <a:ea typeface="Bookman Old Style"/>
                <a:cs typeface="Bookman Old Style"/>
                <a:sym typeface="Bookman Old Style"/>
              </a:endParaRPr>
            </a:p>
            <a:p>
              <a:pPr indent="0" lvl="0" marL="0" marR="0" rtl="0" algn="l">
                <a:spcBef>
                  <a:spcPts val="0"/>
                </a:spcBef>
                <a:spcAft>
                  <a:spcPts val="0"/>
                </a:spcAft>
                <a:buNone/>
              </a:pPr>
              <a:r>
                <a:t/>
              </a:r>
              <a:endParaRPr b="0" i="0" sz="1108" u="none" cap="none" strike="noStrike">
                <a:solidFill>
                  <a:srgbClr val="C00000"/>
                </a:solidFill>
                <a:latin typeface="Bookman Old Style"/>
                <a:ea typeface="Bookman Old Style"/>
                <a:cs typeface="Bookman Old Style"/>
                <a:sym typeface="Bookman Old Style"/>
              </a:endParaRPr>
            </a:p>
            <a:p>
              <a:pPr indent="0" lvl="0" marL="0" marR="0" rtl="0" algn="ctr">
                <a:spcBef>
                  <a:spcPts val="0"/>
                </a:spcBef>
                <a:spcAft>
                  <a:spcPts val="0"/>
                </a:spcAft>
                <a:buNone/>
              </a:pPr>
              <a:r>
                <a:t/>
              </a:r>
              <a:endParaRPr b="0" i="0" sz="2215" u="none" cap="none" strike="noStrike">
                <a:solidFill>
                  <a:schemeClr val="lt1"/>
                </a:solidFill>
                <a:latin typeface="Bookman Old Style"/>
                <a:ea typeface="Bookman Old Style"/>
                <a:cs typeface="Bookman Old Style"/>
                <a:sym typeface="Bookman Old Style"/>
              </a:endParaRPr>
            </a:p>
          </p:txBody>
        </p:sp>
        <p:sp>
          <p:nvSpPr>
            <p:cNvPr id="91" name="Google Shape;91;p13"/>
            <p:cNvSpPr/>
            <p:nvPr/>
          </p:nvSpPr>
          <p:spPr>
            <a:xfrm>
              <a:off x="1942" y="952"/>
              <a:ext cx="4961" cy="305"/>
            </a:xfrm>
            <a:prstGeom prst="rect">
              <a:avLst/>
            </a:prstGeom>
            <a:solidFill>
              <a:srgbClr val="C4E0B2"/>
            </a:solidFill>
            <a:ln cap="flat" cmpd="sng" w="9525">
              <a:solidFill>
                <a:srgbClr val="3856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IN" sz="922" u="none" cap="none" strike="noStrike">
                  <a:solidFill>
                    <a:srgbClr val="012D86"/>
                  </a:solidFill>
                  <a:latin typeface="Bookman Old Style"/>
                  <a:ea typeface="Bookman Old Style"/>
                  <a:cs typeface="Bookman Old Style"/>
                  <a:sym typeface="Bookman Old Style"/>
                </a:rPr>
                <a:t> </a:t>
              </a:r>
              <a:r>
                <a:rPr b="1" i="0" lang="en-IN" sz="1108" u="none" cap="none" strike="noStrike">
                  <a:solidFill>
                    <a:srgbClr val="002060"/>
                  </a:solidFill>
                  <a:latin typeface="Bookman Old Style"/>
                  <a:ea typeface="Bookman Old Style"/>
                  <a:cs typeface="Bookman Old Style"/>
                  <a:sym typeface="Bookman Old Style"/>
                </a:rPr>
                <a:t>Need Statement</a:t>
              </a:r>
              <a:endParaRPr b="1" i="0" sz="1108" u="none" cap="none" strike="noStrike">
                <a:solidFill>
                  <a:srgbClr val="002060"/>
                </a:solidFill>
                <a:latin typeface="Bookman Old Style"/>
                <a:ea typeface="Bookman Old Style"/>
                <a:cs typeface="Bookman Old Style"/>
                <a:sym typeface="Bookman Old Style"/>
              </a:endParaRPr>
            </a:p>
          </p:txBody>
        </p:sp>
        <p:sp>
          <p:nvSpPr>
            <p:cNvPr id="92" name="Google Shape;92;p13"/>
            <p:cNvSpPr txBox="1"/>
            <p:nvPr/>
          </p:nvSpPr>
          <p:spPr>
            <a:xfrm>
              <a:off x="5603" y="71"/>
              <a:ext cx="8714" cy="829"/>
            </a:xfrm>
            <a:prstGeom prst="rect">
              <a:avLst/>
            </a:prstGeom>
            <a:noFill/>
            <a:ln cap="flat" cmpd="sng" w="9525">
              <a:solidFill>
                <a:srgbClr val="C4E0B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IN" sz="1600">
                  <a:solidFill>
                    <a:srgbClr val="C00000"/>
                  </a:solidFill>
                  <a:latin typeface="Bookman Old Style"/>
                  <a:ea typeface="Bookman Old Style"/>
                  <a:cs typeface="Bookman Old Style"/>
                  <a:sym typeface="Bookman Old Style"/>
                </a:rPr>
                <a:t>Audio Denoising </a:t>
              </a:r>
              <a:endParaRPr b="1" i="0" sz="1600" u="none" cap="none" strike="noStrike">
                <a:solidFill>
                  <a:srgbClr val="C00000"/>
                </a:solidFill>
                <a:latin typeface="Bookman Old Style"/>
                <a:ea typeface="Bookman Old Style"/>
                <a:cs typeface="Bookman Old Style"/>
                <a:sym typeface="Bookman Old Style"/>
              </a:endParaRPr>
            </a:p>
            <a:p>
              <a:pPr indent="0" lvl="0" marL="0" marR="0" rtl="0" algn="ctr">
                <a:lnSpc>
                  <a:spcPct val="150000"/>
                </a:lnSpc>
                <a:spcBef>
                  <a:spcPts val="0"/>
                </a:spcBef>
                <a:spcAft>
                  <a:spcPts val="0"/>
                </a:spcAft>
                <a:buNone/>
              </a:pPr>
              <a:r>
                <a:t/>
              </a:r>
              <a:endParaRPr b="0" i="0" sz="200" u="none" cap="none" strike="noStrike">
                <a:solidFill>
                  <a:srgbClr val="C00000"/>
                </a:solidFill>
                <a:latin typeface="Bookman Old Style"/>
                <a:ea typeface="Bookman Old Style"/>
                <a:cs typeface="Bookman Old Style"/>
                <a:sym typeface="Bookman Old Style"/>
              </a:endParaRPr>
            </a:p>
            <a:p>
              <a:pPr indent="0" lvl="0" marL="0" marR="0" rtl="0" algn="ctr">
                <a:lnSpc>
                  <a:spcPct val="150000"/>
                </a:lnSpc>
                <a:spcBef>
                  <a:spcPts val="0"/>
                </a:spcBef>
                <a:spcAft>
                  <a:spcPts val="0"/>
                </a:spcAft>
                <a:buNone/>
              </a:pPr>
              <a:r>
                <a:t/>
              </a:r>
              <a:endParaRPr b="0" i="0" sz="100" u="none" cap="none" strike="noStrike">
                <a:solidFill>
                  <a:srgbClr val="C00000"/>
                </a:solidFill>
                <a:latin typeface="Bookman Old Style"/>
                <a:ea typeface="Bookman Old Style"/>
                <a:cs typeface="Bookman Old Style"/>
                <a:sym typeface="Bookman Old Style"/>
              </a:endParaRPr>
            </a:p>
            <a:p>
              <a:pPr indent="0" lvl="0" marL="0" marR="0" rtl="0" algn="ctr">
                <a:spcBef>
                  <a:spcPts val="0"/>
                </a:spcBef>
                <a:spcAft>
                  <a:spcPts val="0"/>
                </a:spcAft>
                <a:buNone/>
              </a:pPr>
              <a:r>
                <a:rPr b="1" i="1" lang="en-IN" sz="1200" u="none" cap="none" strike="noStrike">
                  <a:solidFill>
                    <a:srgbClr val="C00000"/>
                  </a:solidFill>
                  <a:latin typeface="Bookman Old Style"/>
                  <a:ea typeface="Bookman Old Style"/>
                  <a:cs typeface="Bookman Old Style"/>
                  <a:sym typeface="Bookman Old Style"/>
                </a:rPr>
                <a:t>Theme: </a:t>
              </a:r>
              <a:r>
                <a:rPr b="1" i="1" lang="en-IN" sz="1200">
                  <a:solidFill>
                    <a:srgbClr val="C00000"/>
                  </a:solidFill>
                  <a:latin typeface="Bookman Old Style"/>
                  <a:ea typeface="Bookman Old Style"/>
                  <a:cs typeface="Bookman Old Style"/>
                  <a:sym typeface="Bookman Old Style"/>
                </a:rPr>
                <a:t>Audio</a:t>
              </a:r>
              <a:r>
                <a:rPr b="1" i="1" lang="en-IN" sz="1200" u="none" cap="none" strike="noStrike">
                  <a:solidFill>
                    <a:srgbClr val="C00000"/>
                  </a:solidFill>
                  <a:latin typeface="Bookman Old Style"/>
                  <a:ea typeface="Bookman Old Style"/>
                  <a:cs typeface="Bookman Old Style"/>
                  <a:sym typeface="Bookman Old Style"/>
                </a:rPr>
                <a:t> Signal Processing</a:t>
              </a:r>
              <a:endParaRPr b="1" i="1" sz="1100" u="none" cap="none" strike="noStrike">
                <a:solidFill>
                  <a:srgbClr val="C00000"/>
                </a:solidFill>
                <a:latin typeface="Bookman Old Style"/>
                <a:ea typeface="Bookman Old Style"/>
                <a:cs typeface="Bookman Old Style"/>
                <a:sym typeface="Bookman Old Style"/>
              </a:endParaRPr>
            </a:p>
            <a:p>
              <a:pPr indent="0" lvl="0" marL="0" marR="0" rtl="0" algn="ctr">
                <a:spcBef>
                  <a:spcPts val="0"/>
                </a:spcBef>
                <a:spcAft>
                  <a:spcPts val="0"/>
                </a:spcAft>
                <a:buNone/>
              </a:pPr>
              <a:r>
                <a:rPr b="1" i="0" lang="en-IN" sz="1050" u="none" cap="none" strike="noStrike">
                  <a:solidFill>
                    <a:srgbClr val="C00000"/>
                  </a:solidFill>
                  <a:latin typeface="Bookman Old Style"/>
                  <a:ea typeface="Bookman Old Style"/>
                  <a:cs typeface="Bookman Old Style"/>
                  <a:sym typeface="Bookman Old Style"/>
                </a:rPr>
                <a:t>Team </a:t>
              </a:r>
              <a:r>
                <a:rPr b="1" lang="en-IN" sz="1050">
                  <a:solidFill>
                    <a:srgbClr val="C00000"/>
                  </a:solidFill>
                  <a:latin typeface="Bookman Old Style"/>
                  <a:ea typeface="Bookman Old Style"/>
                  <a:cs typeface="Bookman Old Style"/>
                  <a:sym typeface="Bookman Old Style"/>
                </a:rPr>
                <a:t>D11</a:t>
              </a:r>
              <a:r>
                <a:rPr b="0" i="0" lang="en-IN" sz="1050" u="none" cap="none" strike="noStrike">
                  <a:solidFill>
                    <a:srgbClr val="C00000"/>
                  </a:solidFill>
                  <a:latin typeface="Bookman Old Style"/>
                  <a:ea typeface="Bookman Old Style"/>
                  <a:cs typeface="Bookman Old Style"/>
                  <a:sym typeface="Bookman Old Style"/>
                </a:rPr>
                <a:t>: </a:t>
              </a:r>
              <a:r>
                <a:rPr lang="en-IN" sz="1050">
                  <a:solidFill>
                    <a:srgbClr val="C00000"/>
                  </a:solidFill>
                  <a:latin typeface="Bookman Old Style"/>
                  <a:ea typeface="Bookman Old Style"/>
                  <a:cs typeface="Bookman Old Style"/>
                  <a:sym typeface="Bookman Old Style"/>
                </a:rPr>
                <a:t>Srikrishna Hireholi </a:t>
              </a:r>
              <a:r>
                <a:rPr b="0" i="0" lang="en-IN" sz="1050" u="none" cap="none" strike="noStrike">
                  <a:solidFill>
                    <a:srgbClr val="C00000"/>
                  </a:solidFill>
                  <a:latin typeface="Bookman Old Style"/>
                  <a:ea typeface="Bookman Old Style"/>
                  <a:cs typeface="Bookman Old Style"/>
                  <a:sym typeface="Bookman Old Style"/>
                </a:rPr>
                <a:t>, </a:t>
              </a:r>
              <a:r>
                <a:rPr lang="en-IN" sz="1050">
                  <a:solidFill>
                    <a:srgbClr val="C00000"/>
                  </a:solidFill>
                  <a:latin typeface="Bookman Old Style"/>
                  <a:ea typeface="Bookman Old Style"/>
                  <a:cs typeface="Bookman Old Style"/>
                  <a:sym typeface="Bookman Old Style"/>
                </a:rPr>
                <a:t>Karthik Terdal </a:t>
              </a:r>
              <a:r>
                <a:rPr b="0" i="0" lang="en-IN" sz="1050" u="none" cap="none" strike="noStrike">
                  <a:solidFill>
                    <a:srgbClr val="C00000"/>
                  </a:solidFill>
                  <a:latin typeface="Bookman Old Style"/>
                  <a:ea typeface="Bookman Old Style"/>
                  <a:cs typeface="Bookman Old Style"/>
                  <a:sym typeface="Bookman Old Style"/>
                </a:rPr>
                <a:t>, Swaroop </a:t>
              </a:r>
              <a:r>
                <a:rPr lang="en-IN" sz="1050">
                  <a:solidFill>
                    <a:srgbClr val="C00000"/>
                  </a:solidFill>
                  <a:latin typeface="Bookman Old Style"/>
                  <a:ea typeface="Bookman Old Style"/>
                  <a:cs typeface="Bookman Old Style"/>
                  <a:sym typeface="Bookman Old Style"/>
                </a:rPr>
                <a:t>Swami </a:t>
              </a:r>
              <a:r>
                <a:rPr b="0" i="0" lang="en-IN" sz="1050" u="none" cap="none" strike="noStrike">
                  <a:solidFill>
                    <a:srgbClr val="C00000"/>
                  </a:solidFill>
                  <a:latin typeface="Bookman Old Style"/>
                  <a:ea typeface="Bookman Old Style"/>
                  <a:cs typeface="Bookman Old Style"/>
                  <a:sym typeface="Bookman Old Style"/>
                </a:rPr>
                <a:t>, </a:t>
              </a:r>
              <a:r>
                <a:rPr lang="en-IN" sz="1050">
                  <a:solidFill>
                    <a:srgbClr val="C00000"/>
                  </a:solidFill>
                  <a:latin typeface="Bookman Old Style"/>
                  <a:ea typeface="Bookman Old Style"/>
                  <a:cs typeface="Bookman Old Style"/>
                  <a:sym typeface="Bookman Old Style"/>
                </a:rPr>
                <a:t>Mahantesh Imagoudar</a:t>
              </a:r>
              <a:endParaRPr b="0" i="0" sz="1050" u="none" cap="none" strike="noStrike">
                <a:solidFill>
                  <a:srgbClr val="C00000"/>
                </a:solidFill>
                <a:latin typeface="Bookman Old Style"/>
                <a:ea typeface="Bookman Old Style"/>
                <a:cs typeface="Bookman Old Style"/>
                <a:sym typeface="Bookman Old Style"/>
              </a:endParaRPr>
            </a:p>
            <a:p>
              <a:pPr indent="0" lvl="0" marL="0" marR="0" rtl="0" algn="l">
                <a:spcBef>
                  <a:spcPts val="0"/>
                </a:spcBef>
                <a:spcAft>
                  <a:spcPts val="0"/>
                </a:spcAft>
                <a:buNone/>
              </a:pPr>
              <a:r>
                <a:t/>
              </a:r>
              <a:endParaRPr b="0" i="0" sz="1050" u="none" cap="none" strike="noStrike">
                <a:solidFill>
                  <a:srgbClr val="C00000"/>
                </a:solidFill>
                <a:latin typeface="Bookman Old Style"/>
                <a:ea typeface="Bookman Old Style"/>
                <a:cs typeface="Bookman Old Style"/>
                <a:sym typeface="Bookman Old Style"/>
              </a:endParaRPr>
            </a:p>
          </p:txBody>
        </p:sp>
      </p:grpSp>
      <p:sp>
        <p:nvSpPr>
          <p:cNvPr id="93" name="Google Shape;93;p13"/>
          <p:cNvSpPr/>
          <p:nvPr/>
        </p:nvSpPr>
        <p:spPr>
          <a:xfrm>
            <a:off x="6519563" y="3095253"/>
            <a:ext cx="988800" cy="1917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1" i="0" lang="en-IN" sz="831" u="none" cap="none" strike="noStrike">
                <a:solidFill>
                  <a:srgbClr val="002060"/>
                </a:solidFill>
                <a:latin typeface="Calibri"/>
                <a:ea typeface="Calibri"/>
                <a:cs typeface="Calibri"/>
                <a:sym typeface="Calibri"/>
              </a:rPr>
              <a:t>Time domain signal</a:t>
            </a:r>
            <a:endParaRPr/>
          </a:p>
        </p:txBody>
      </p:sp>
      <p:graphicFrame>
        <p:nvGraphicFramePr>
          <p:cNvPr id="94" name="Google Shape;94;p13"/>
          <p:cNvGraphicFramePr/>
          <p:nvPr/>
        </p:nvGraphicFramePr>
        <p:xfrm>
          <a:off x="4187851" y="3368364"/>
          <a:ext cx="3000000" cy="3000000"/>
        </p:xfrm>
        <a:graphic>
          <a:graphicData uri="http://schemas.openxmlformats.org/drawingml/2006/table">
            <a:tbl>
              <a:tblPr bandRow="1" firstRow="1">
                <a:noFill/>
                <a:tableStyleId>{C68AC616-F4DA-48DB-BAED-EBA590CA9D83}</a:tableStyleId>
              </a:tblPr>
              <a:tblGrid>
                <a:gridCol w="545375"/>
                <a:gridCol w="803950"/>
              </a:tblGrid>
              <a:tr h="219175">
                <a:tc>
                  <a:txBody>
                    <a:bodyPr/>
                    <a:lstStyle/>
                    <a:p>
                      <a:pPr indent="0" lvl="0" marL="0" marR="0" rtl="0" algn="l">
                        <a:spcBef>
                          <a:spcPts val="0"/>
                        </a:spcBef>
                        <a:spcAft>
                          <a:spcPts val="0"/>
                        </a:spcAft>
                        <a:buClr>
                          <a:schemeClr val="dk1"/>
                        </a:buClr>
                        <a:buSzPts val="800"/>
                        <a:buFont typeface="Calibri"/>
                        <a:buNone/>
                      </a:pPr>
                      <a:r>
                        <a:rPr lang="en-IN" sz="800" u="none" cap="none" strike="noStrike"/>
                        <a:t>Signal length</a:t>
                      </a:r>
                      <a:endParaRPr b="1" sz="800" u="none" cap="none" strike="noStrike"/>
                    </a:p>
                  </a:txBody>
                  <a:tcPr marT="31650" marB="31650" marR="63300" marL="63300"/>
                </a:tc>
                <a:tc>
                  <a:txBody>
                    <a:bodyPr/>
                    <a:lstStyle/>
                    <a:p>
                      <a:pPr indent="0" lvl="0" marL="0" marR="0" rtl="0" algn="ctr">
                        <a:spcBef>
                          <a:spcPts val="0"/>
                        </a:spcBef>
                        <a:spcAft>
                          <a:spcPts val="0"/>
                        </a:spcAft>
                        <a:buClr>
                          <a:schemeClr val="dk1"/>
                        </a:buClr>
                        <a:buSzPts val="800"/>
                        <a:buFont typeface="Calibri"/>
                        <a:buNone/>
                      </a:pPr>
                      <a:r>
                        <a:rPr lang="en-IN" sz="800"/>
                        <a:t>Only for 1sec</a:t>
                      </a:r>
                      <a:endParaRPr sz="800" u="none" cap="none" strike="noStrike"/>
                    </a:p>
                  </a:txBody>
                  <a:tcPr marT="31650" marB="31650" marR="63300" marL="63300"/>
                </a:tc>
              </a:tr>
              <a:tr h="288025">
                <a:tc>
                  <a:txBody>
                    <a:bodyPr/>
                    <a:lstStyle/>
                    <a:p>
                      <a:pPr indent="0" lvl="0" marL="0" marR="0" rtl="0" algn="l">
                        <a:lnSpc>
                          <a:spcPct val="100000"/>
                        </a:lnSpc>
                        <a:spcBef>
                          <a:spcPts val="0"/>
                        </a:spcBef>
                        <a:spcAft>
                          <a:spcPts val="0"/>
                        </a:spcAft>
                        <a:buClr>
                          <a:schemeClr val="dk1"/>
                        </a:buClr>
                        <a:buSzPts val="700"/>
                        <a:buFont typeface="Calibri"/>
                        <a:buNone/>
                      </a:pPr>
                      <a:r>
                        <a:rPr lang="en-IN" sz="700" u="none" cap="none" strike="noStrike"/>
                        <a:t>Amplitude range</a:t>
                      </a:r>
                      <a:endParaRPr b="1" sz="700" u="none" cap="none" strike="noStrike"/>
                    </a:p>
                  </a:txBody>
                  <a:tcPr marT="31650" marB="31650" marR="63300" marL="63300"/>
                </a:tc>
                <a:tc>
                  <a:txBody>
                    <a:bodyPr/>
                    <a:lstStyle/>
                    <a:p>
                      <a:pPr indent="0" lvl="0" marL="0" marR="0" rtl="0" algn="ctr">
                        <a:spcBef>
                          <a:spcPts val="0"/>
                        </a:spcBef>
                        <a:spcAft>
                          <a:spcPts val="0"/>
                        </a:spcAft>
                        <a:buClr>
                          <a:schemeClr val="dk1"/>
                        </a:buClr>
                        <a:buSzPts val="500"/>
                        <a:buFont typeface="Calibri"/>
                        <a:buNone/>
                      </a:pPr>
                      <a:r>
                        <a:rPr lang="en-IN" sz="800"/>
                        <a:t>-0.665 to 0.609</a:t>
                      </a:r>
                      <a:endParaRPr sz="800" u="none" cap="none" strike="noStrike"/>
                    </a:p>
                  </a:txBody>
                  <a:tcPr marT="31650" marB="31650" marR="63300" marL="63300"/>
                </a:tc>
              </a:tr>
              <a:tr h="368525">
                <a:tc>
                  <a:txBody>
                    <a:bodyPr/>
                    <a:lstStyle/>
                    <a:p>
                      <a:pPr indent="0" lvl="0" marL="0" marR="0" rtl="0" algn="l">
                        <a:lnSpc>
                          <a:spcPct val="100000"/>
                        </a:lnSpc>
                        <a:spcBef>
                          <a:spcPts val="0"/>
                        </a:spcBef>
                        <a:spcAft>
                          <a:spcPts val="0"/>
                        </a:spcAft>
                        <a:buClr>
                          <a:schemeClr val="dk1"/>
                        </a:buClr>
                        <a:buSzPts val="700"/>
                        <a:buFont typeface="Calibri"/>
                        <a:buNone/>
                      </a:pPr>
                      <a:r>
                        <a:rPr lang="en-IN" sz="700" u="none" cap="none" strike="noStrike"/>
                        <a:t>Sampling frequency</a:t>
                      </a:r>
                      <a:endParaRPr/>
                    </a:p>
                    <a:p>
                      <a:pPr indent="0" lvl="0" marL="0" marR="0" rtl="0" algn="l">
                        <a:spcBef>
                          <a:spcPts val="0"/>
                        </a:spcBef>
                        <a:spcAft>
                          <a:spcPts val="0"/>
                        </a:spcAft>
                        <a:buClr>
                          <a:schemeClr val="dk1"/>
                        </a:buClr>
                        <a:buSzPts val="500"/>
                        <a:buFont typeface="Calibri"/>
                        <a:buNone/>
                      </a:pPr>
                      <a:r>
                        <a:t/>
                      </a:r>
                      <a:endParaRPr b="1" sz="500" u="none" cap="none" strike="noStrike"/>
                    </a:p>
                  </a:txBody>
                  <a:tcPr marT="31650" marB="31650" marR="63300" marL="63300"/>
                </a:tc>
                <a:tc>
                  <a:txBody>
                    <a:bodyPr/>
                    <a:lstStyle/>
                    <a:p>
                      <a:pPr indent="0" lvl="0" marL="0" marR="0" rtl="0" algn="ctr">
                        <a:spcBef>
                          <a:spcPts val="0"/>
                        </a:spcBef>
                        <a:spcAft>
                          <a:spcPts val="0"/>
                        </a:spcAft>
                        <a:buClr>
                          <a:schemeClr val="dk1"/>
                        </a:buClr>
                        <a:buSzPts val="500"/>
                        <a:buFont typeface="Calibri"/>
                        <a:buNone/>
                      </a:pPr>
                      <a:r>
                        <a:rPr lang="en-IN" sz="800"/>
                        <a:t>44100 Hz</a:t>
                      </a:r>
                      <a:endParaRPr sz="800" u="none" cap="none" strike="noStrike"/>
                    </a:p>
                  </a:txBody>
                  <a:tcPr marT="31650" marB="31650" marR="63300" marL="63300"/>
                </a:tc>
              </a:tr>
              <a:tr h="368525">
                <a:tc>
                  <a:txBody>
                    <a:bodyPr/>
                    <a:lstStyle/>
                    <a:p>
                      <a:pPr indent="0" lvl="0" marL="0" marR="0" rtl="0" algn="l">
                        <a:lnSpc>
                          <a:spcPct val="100000"/>
                        </a:lnSpc>
                        <a:spcBef>
                          <a:spcPts val="0"/>
                        </a:spcBef>
                        <a:spcAft>
                          <a:spcPts val="0"/>
                        </a:spcAft>
                        <a:buClr>
                          <a:schemeClr val="dk1"/>
                        </a:buClr>
                        <a:buSzPts val="700"/>
                        <a:buFont typeface="Calibri"/>
                        <a:buNone/>
                      </a:pPr>
                      <a:r>
                        <a:rPr lang="en-IN" sz="700" u="none" cap="none" strike="noStrike"/>
                        <a:t>Frequency range</a:t>
                      </a:r>
                      <a:endParaRPr b="1" sz="500" u="none" cap="none" strike="noStrike"/>
                    </a:p>
                  </a:txBody>
                  <a:tcPr marT="31650" marB="31650" marR="63300" marL="63300"/>
                </a:tc>
                <a:tc>
                  <a:txBody>
                    <a:bodyPr/>
                    <a:lstStyle/>
                    <a:p>
                      <a:pPr indent="0" lvl="0" marL="0" marR="0" rtl="0" algn="ctr">
                        <a:spcBef>
                          <a:spcPts val="0"/>
                        </a:spcBef>
                        <a:spcAft>
                          <a:spcPts val="0"/>
                        </a:spcAft>
                        <a:buClr>
                          <a:schemeClr val="dk1"/>
                        </a:buClr>
                        <a:buSzPts val="500"/>
                        <a:buFont typeface="Calibri"/>
                        <a:buNone/>
                      </a:pPr>
                      <a:r>
                        <a:rPr lang="en-IN" sz="800"/>
                        <a:t>0 to 10000 Hz</a:t>
                      </a:r>
                      <a:endParaRPr sz="800" u="none" cap="none" strike="noStrike"/>
                    </a:p>
                  </a:txBody>
                  <a:tcPr marT="31650" marB="31650" marR="63300" marL="63300"/>
                </a:tc>
              </a:tr>
            </a:tbl>
          </a:graphicData>
        </a:graphic>
      </p:graphicFrame>
      <p:sp>
        <p:nvSpPr>
          <p:cNvPr id="95" name="Google Shape;95;p13"/>
          <p:cNvSpPr/>
          <p:nvPr/>
        </p:nvSpPr>
        <p:spPr>
          <a:xfrm>
            <a:off x="6494752" y="4578150"/>
            <a:ext cx="1038300" cy="1917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1" lang="en-IN" sz="831">
                <a:solidFill>
                  <a:srgbClr val="002060"/>
                </a:solidFill>
                <a:latin typeface="Calibri"/>
                <a:ea typeface="Calibri"/>
                <a:cs typeface="Calibri"/>
                <a:sym typeface="Calibri"/>
              </a:rPr>
              <a:t>Frequency Spectrum</a:t>
            </a:r>
            <a:endParaRPr/>
          </a:p>
        </p:txBody>
      </p:sp>
      <p:cxnSp>
        <p:nvCxnSpPr>
          <p:cNvPr id="96" name="Google Shape;96;p13"/>
          <p:cNvCxnSpPr/>
          <p:nvPr/>
        </p:nvCxnSpPr>
        <p:spPr>
          <a:xfrm>
            <a:off x="4096544" y="1056184"/>
            <a:ext cx="10576" cy="8352928"/>
          </a:xfrm>
          <a:prstGeom prst="straightConnector1">
            <a:avLst/>
          </a:prstGeom>
          <a:noFill/>
          <a:ln cap="flat" cmpd="sng" w="12700">
            <a:solidFill>
              <a:srgbClr val="385623"/>
            </a:solidFill>
            <a:prstDash val="solid"/>
            <a:miter lim="800000"/>
            <a:headEnd len="sm" w="sm" type="none"/>
            <a:tailEnd len="sm" w="sm" type="none"/>
          </a:ln>
        </p:spPr>
      </p:cxnSp>
      <p:sp>
        <p:nvSpPr>
          <p:cNvPr id="97" name="Google Shape;97;p13"/>
          <p:cNvSpPr/>
          <p:nvPr/>
        </p:nvSpPr>
        <p:spPr>
          <a:xfrm>
            <a:off x="147380" y="2807671"/>
            <a:ext cx="3936378" cy="259264"/>
          </a:xfrm>
          <a:prstGeom prst="rect">
            <a:avLst/>
          </a:prstGeom>
          <a:solidFill>
            <a:srgbClr val="C4E0B2"/>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IN" sz="922">
                <a:solidFill>
                  <a:srgbClr val="012D86"/>
                </a:solidFill>
                <a:latin typeface="Bookman Old Style"/>
                <a:ea typeface="Bookman Old Style"/>
                <a:cs typeface="Bookman Old Style"/>
                <a:sym typeface="Bookman Old Style"/>
              </a:rPr>
              <a:t> </a:t>
            </a:r>
            <a:r>
              <a:rPr b="1" lang="en-IN" sz="1108">
                <a:solidFill>
                  <a:srgbClr val="012D86"/>
                </a:solidFill>
                <a:latin typeface="Bookman Old Style"/>
                <a:ea typeface="Bookman Old Style"/>
                <a:cs typeface="Bookman Old Style"/>
                <a:sym typeface="Bookman Old Style"/>
              </a:rPr>
              <a:t>Literature Survey</a:t>
            </a:r>
            <a:endParaRPr b="1" sz="1108">
              <a:solidFill>
                <a:srgbClr val="002060"/>
              </a:solidFill>
              <a:latin typeface="Bookman Old Style"/>
              <a:ea typeface="Bookman Old Style"/>
              <a:cs typeface="Bookman Old Style"/>
              <a:sym typeface="Bookman Old Style"/>
            </a:endParaRPr>
          </a:p>
        </p:txBody>
      </p:sp>
      <p:sp>
        <p:nvSpPr>
          <p:cNvPr id="98" name="Google Shape;98;p13"/>
          <p:cNvSpPr/>
          <p:nvPr/>
        </p:nvSpPr>
        <p:spPr>
          <a:xfrm>
            <a:off x="136027" y="4913393"/>
            <a:ext cx="3971016" cy="277241"/>
          </a:xfrm>
          <a:prstGeom prst="rect">
            <a:avLst/>
          </a:prstGeom>
          <a:solidFill>
            <a:srgbClr val="C4E0B2"/>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IN" sz="922">
                <a:solidFill>
                  <a:srgbClr val="012D86"/>
                </a:solidFill>
                <a:latin typeface="Bookman Old Style"/>
                <a:ea typeface="Bookman Old Style"/>
                <a:cs typeface="Bookman Old Style"/>
                <a:sym typeface="Bookman Old Style"/>
              </a:rPr>
              <a:t> </a:t>
            </a:r>
            <a:r>
              <a:rPr b="1" lang="en-IN" sz="1108">
                <a:solidFill>
                  <a:srgbClr val="012D86"/>
                </a:solidFill>
                <a:latin typeface="Bookman Old Style"/>
                <a:ea typeface="Bookman Old Style"/>
                <a:cs typeface="Bookman Old Style"/>
                <a:sym typeface="Bookman Old Style"/>
              </a:rPr>
              <a:t>Challenges and Considerations</a:t>
            </a:r>
            <a:endParaRPr b="1" sz="1108">
              <a:solidFill>
                <a:srgbClr val="002060"/>
              </a:solidFill>
              <a:latin typeface="Bookman Old Style"/>
              <a:ea typeface="Bookman Old Style"/>
              <a:cs typeface="Bookman Old Style"/>
              <a:sym typeface="Bookman Old Style"/>
            </a:endParaRPr>
          </a:p>
        </p:txBody>
      </p:sp>
      <p:sp>
        <p:nvSpPr>
          <p:cNvPr id="99" name="Google Shape;99;p13"/>
          <p:cNvSpPr txBox="1"/>
          <p:nvPr/>
        </p:nvSpPr>
        <p:spPr>
          <a:xfrm>
            <a:off x="55200" y="5134825"/>
            <a:ext cx="4039800" cy="1477500"/>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b="1" lang="en-IN" sz="900">
                <a:solidFill>
                  <a:schemeClr val="dk1"/>
                </a:solidFill>
                <a:latin typeface="Calibri"/>
                <a:ea typeface="Calibri"/>
                <a:cs typeface="Calibri"/>
                <a:sym typeface="Calibri"/>
              </a:rPr>
              <a:t>Non-</a:t>
            </a:r>
            <a:r>
              <a:rPr b="1" lang="en-IN" sz="900">
                <a:solidFill>
                  <a:schemeClr val="dk1"/>
                </a:solidFill>
                <a:latin typeface="Calibri"/>
                <a:ea typeface="Calibri"/>
                <a:cs typeface="Calibri"/>
                <a:sym typeface="Calibri"/>
              </a:rPr>
              <a:t>Stationary-Noise</a:t>
            </a:r>
            <a:r>
              <a:rPr lang="en-IN" sz="900">
                <a:solidFill>
                  <a:schemeClr val="dk1"/>
                </a:solidFill>
                <a:latin typeface="Calibri"/>
                <a:ea typeface="Calibri"/>
                <a:cs typeface="Calibri"/>
                <a:sym typeface="Calibri"/>
              </a:rPr>
              <a:t>: Real-world</a:t>
            </a:r>
            <a:r>
              <a:rPr lang="en-IN" sz="900">
                <a:solidFill>
                  <a:schemeClr val="dk1"/>
                </a:solidFill>
                <a:latin typeface="Calibri"/>
                <a:ea typeface="Calibri"/>
                <a:cs typeface="Calibri"/>
                <a:sym typeface="Calibri"/>
              </a:rPr>
              <a:t> </a:t>
            </a:r>
            <a:r>
              <a:rPr lang="en-IN" sz="900">
                <a:solidFill>
                  <a:schemeClr val="dk1"/>
                </a:solidFill>
                <a:latin typeface="Calibri"/>
                <a:ea typeface="Calibri"/>
                <a:cs typeface="Calibri"/>
                <a:sym typeface="Calibri"/>
              </a:rPr>
              <a:t>audio signals are often affected by non-stationary noise whose characteristics vary over time. Designing denoising algorithms that can adapt to rapidly changing noise conditions without introducing artifacts remains a significant challenge.</a:t>
            </a:r>
            <a:endParaRPr sz="900">
              <a:solidFill>
                <a:schemeClr val="dk1"/>
              </a:solidFill>
              <a:latin typeface="Calibri"/>
              <a:ea typeface="Calibri"/>
              <a:cs typeface="Calibri"/>
              <a:sym typeface="Calibri"/>
            </a:endParaRPr>
          </a:p>
          <a:p>
            <a:pPr indent="0" lvl="0" marL="0" rtl="0" algn="just">
              <a:spcBef>
                <a:spcPts val="0"/>
              </a:spcBef>
              <a:spcAft>
                <a:spcPts val="0"/>
              </a:spcAft>
              <a:buNone/>
            </a:pPr>
            <a:r>
              <a:rPr b="1" lang="en-IN" sz="900">
                <a:solidFill>
                  <a:schemeClr val="dk1"/>
                </a:solidFill>
                <a:latin typeface="Calibri"/>
                <a:ea typeface="Calibri"/>
                <a:cs typeface="Calibri"/>
                <a:sym typeface="Calibri"/>
              </a:rPr>
              <a:t>Real-Time-Constraints: </a:t>
            </a:r>
            <a:r>
              <a:rPr lang="en-IN" sz="900">
                <a:solidFill>
                  <a:schemeClr val="dk1"/>
                </a:solidFill>
                <a:latin typeface="Calibri"/>
                <a:ea typeface="Calibri"/>
                <a:cs typeface="Calibri"/>
                <a:sym typeface="Calibri"/>
              </a:rPr>
              <a:t>Applications such as live speech communication and hearing aids demand low-latency processing. Ensuring that denoising algorithms meet strict timing constraints without compromising performance is a key design challenge.</a:t>
            </a:r>
            <a:endParaRPr sz="900">
              <a:solidFill>
                <a:schemeClr val="dk1"/>
              </a:solidFill>
              <a:latin typeface="Calibri"/>
              <a:ea typeface="Calibri"/>
              <a:cs typeface="Calibri"/>
              <a:sym typeface="Calibri"/>
            </a:endParaRPr>
          </a:p>
          <a:p>
            <a:pPr indent="0" lvl="0" marL="0" rtl="0" algn="just">
              <a:spcBef>
                <a:spcPts val="0"/>
              </a:spcBef>
              <a:spcAft>
                <a:spcPts val="0"/>
              </a:spcAft>
              <a:buNone/>
            </a:pPr>
            <a:r>
              <a:rPr b="1" lang="en-IN" sz="900">
                <a:solidFill>
                  <a:schemeClr val="dk1"/>
                </a:solidFill>
                <a:latin typeface="Calibri"/>
                <a:ea typeface="Calibri"/>
                <a:cs typeface="Calibri"/>
                <a:sym typeface="Calibri"/>
              </a:rPr>
              <a:t>Parameter Selection and Tuning</a:t>
            </a:r>
            <a:r>
              <a:rPr lang="en-IN" sz="900">
                <a:solidFill>
                  <a:schemeClr val="dk1"/>
                </a:solidFill>
                <a:latin typeface="Calibri"/>
                <a:ea typeface="Calibri"/>
                <a:cs typeface="Calibri"/>
                <a:sym typeface="Calibri"/>
              </a:rPr>
              <a:t>: Many denoising techniques rely on parameters such as filter cutoff frequencies, threshold values, or window sizes.</a:t>
            </a:r>
            <a:endParaRPr sz="900">
              <a:solidFill>
                <a:schemeClr val="dk1"/>
              </a:solidFill>
              <a:latin typeface="Calibri"/>
              <a:ea typeface="Calibri"/>
              <a:cs typeface="Calibri"/>
              <a:sym typeface="Calibri"/>
            </a:endParaRPr>
          </a:p>
        </p:txBody>
      </p:sp>
      <p:sp>
        <p:nvSpPr>
          <p:cNvPr id="100" name="Google Shape;100;p13"/>
          <p:cNvSpPr/>
          <p:nvPr/>
        </p:nvSpPr>
        <p:spPr>
          <a:xfrm>
            <a:off x="148707" y="6544405"/>
            <a:ext cx="3971016" cy="272419"/>
          </a:xfrm>
          <a:prstGeom prst="rect">
            <a:avLst/>
          </a:prstGeom>
          <a:solidFill>
            <a:srgbClr val="C4E0B2"/>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IN" sz="922">
                <a:solidFill>
                  <a:srgbClr val="012D86"/>
                </a:solidFill>
                <a:latin typeface="Bookman Old Style"/>
                <a:ea typeface="Bookman Old Style"/>
                <a:cs typeface="Bookman Old Style"/>
                <a:sym typeface="Bookman Old Style"/>
              </a:rPr>
              <a:t> </a:t>
            </a:r>
            <a:r>
              <a:rPr b="1" lang="en-IN" sz="1108">
                <a:solidFill>
                  <a:srgbClr val="012D86"/>
                </a:solidFill>
                <a:latin typeface="Bookman Old Style"/>
                <a:ea typeface="Bookman Old Style"/>
                <a:cs typeface="Bookman Old Style"/>
                <a:sym typeface="Bookman Old Style"/>
              </a:rPr>
              <a:t>Problem Definition</a:t>
            </a:r>
            <a:endParaRPr b="1" sz="1108">
              <a:solidFill>
                <a:srgbClr val="002060"/>
              </a:solidFill>
              <a:latin typeface="Bookman Old Style"/>
              <a:ea typeface="Bookman Old Style"/>
              <a:cs typeface="Bookman Old Style"/>
              <a:sym typeface="Bookman Old Style"/>
            </a:endParaRPr>
          </a:p>
        </p:txBody>
      </p:sp>
      <p:sp>
        <p:nvSpPr>
          <p:cNvPr id="101" name="Google Shape;101;p13"/>
          <p:cNvSpPr txBox="1"/>
          <p:nvPr/>
        </p:nvSpPr>
        <p:spPr>
          <a:xfrm>
            <a:off x="112250" y="6838175"/>
            <a:ext cx="3794100" cy="785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IN" sz="900">
                <a:solidFill>
                  <a:schemeClr val="dk1"/>
                </a:solidFill>
                <a:latin typeface="Calibri"/>
                <a:ea typeface="Calibri"/>
                <a:cs typeface="Calibri"/>
                <a:sym typeface="Calibri"/>
              </a:rPr>
              <a:t>In the domain of audio signal processing, a major challenge is the presence of noise that degrades the quality and intelligibility of audio signals in real-world environments. To design efficient signal processing techniques for enhancing audio signal quality through noise reduction while preserving essential signal features is therefore a critical requirement. </a:t>
            </a:r>
            <a:endParaRPr sz="900">
              <a:latin typeface="Calibri"/>
              <a:ea typeface="Calibri"/>
              <a:cs typeface="Calibri"/>
              <a:sym typeface="Calibri"/>
            </a:endParaRPr>
          </a:p>
        </p:txBody>
      </p:sp>
      <p:sp>
        <p:nvSpPr>
          <p:cNvPr id="102" name="Google Shape;102;p13"/>
          <p:cNvSpPr/>
          <p:nvPr/>
        </p:nvSpPr>
        <p:spPr>
          <a:xfrm>
            <a:off x="136104" y="7752928"/>
            <a:ext cx="3971016" cy="277241"/>
          </a:xfrm>
          <a:prstGeom prst="rect">
            <a:avLst/>
          </a:prstGeom>
          <a:solidFill>
            <a:srgbClr val="C4E0B2"/>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IN" sz="922">
                <a:solidFill>
                  <a:srgbClr val="012D86"/>
                </a:solidFill>
                <a:latin typeface="Bookman Old Style"/>
                <a:ea typeface="Bookman Old Style"/>
                <a:cs typeface="Bookman Old Style"/>
                <a:sym typeface="Bookman Old Style"/>
              </a:rPr>
              <a:t> </a:t>
            </a:r>
            <a:r>
              <a:rPr b="1" lang="en-IN" sz="1108">
                <a:solidFill>
                  <a:srgbClr val="012D86"/>
                </a:solidFill>
                <a:latin typeface="Bookman Old Style"/>
                <a:ea typeface="Bookman Old Style"/>
                <a:cs typeface="Bookman Old Style"/>
                <a:sym typeface="Bookman Old Style"/>
              </a:rPr>
              <a:t>Objectives</a:t>
            </a:r>
            <a:endParaRPr b="1" sz="1108">
              <a:solidFill>
                <a:srgbClr val="002060"/>
              </a:solidFill>
              <a:latin typeface="Bookman Old Style"/>
              <a:ea typeface="Bookman Old Style"/>
              <a:cs typeface="Bookman Old Style"/>
              <a:sym typeface="Bookman Old Style"/>
            </a:endParaRPr>
          </a:p>
        </p:txBody>
      </p:sp>
      <p:sp>
        <p:nvSpPr>
          <p:cNvPr id="103" name="Google Shape;103;p13"/>
          <p:cNvSpPr txBox="1"/>
          <p:nvPr/>
        </p:nvSpPr>
        <p:spPr>
          <a:xfrm>
            <a:off x="100275" y="8040950"/>
            <a:ext cx="4006800" cy="1339200"/>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lang="en-IN" sz="900">
                <a:solidFill>
                  <a:schemeClr val="dk1"/>
                </a:solidFill>
                <a:latin typeface="Calibri"/>
                <a:ea typeface="Calibri"/>
                <a:cs typeface="Calibri"/>
                <a:sym typeface="Calibri"/>
              </a:rPr>
              <a:t>&gt; Apply Fourier Transform techniques to analyze the frequency components of raw audio signals and identify noise-dominated spectral regions.</a:t>
            </a:r>
            <a:endParaRPr sz="900">
              <a:solidFill>
                <a:schemeClr val="dk1"/>
              </a:solidFill>
              <a:latin typeface="Calibri"/>
              <a:ea typeface="Calibri"/>
              <a:cs typeface="Calibri"/>
              <a:sym typeface="Calibri"/>
            </a:endParaRPr>
          </a:p>
          <a:p>
            <a:pPr indent="0" lvl="0" marL="0" rtl="0" algn="just">
              <a:spcBef>
                <a:spcPts val="0"/>
              </a:spcBef>
              <a:spcAft>
                <a:spcPts val="0"/>
              </a:spcAft>
              <a:buNone/>
            </a:pPr>
            <a:r>
              <a:t/>
            </a:r>
            <a:endParaRPr sz="900">
              <a:solidFill>
                <a:schemeClr val="dk1"/>
              </a:solidFill>
              <a:latin typeface="Calibri"/>
              <a:ea typeface="Calibri"/>
              <a:cs typeface="Calibri"/>
              <a:sym typeface="Calibri"/>
            </a:endParaRPr>
          </a:p>
          <a:p>
            <a:pPr indent="0" lvl="0" marL="0" rtl="0" algn="just">
              <a:spcBef>
                <a:spcPts val="0"/>
              </a:spcBef>
              <a:spcAft>
                <a:spcPts val="0"/>
              </a:spcAft>
              <a:buNone/>
            </a:pPr>
            <a:r>
              <a:rPr lang="en-IN" sz="900">
                <a:solidFill>
                  <a:schemeClr val="dk1"/>
                </a:solidFill>
                <a:latin typeface="Calibri"/>
                <a:ea typeface="Calibri"/>
                <a:cs typeface="Calibri"/>
                <a:sym typeface="Calibri"/>
              </a:rPr>
              <a:t>&gt;Design and implement digital filtering techniques to effectively reduce noise from raw audio signals while preserving important signal characteristics.</a:t>
            </a:r>
            <a:endParaRPr sz="900">
              <a:solidFill>
                <a:schemeClr val="dk1"/>
              </a:solidFill>
              <a:latin typeface="Calibri"/>
              <a:ea typeface="Calibri"/>
              <a:cs typeface="Calibri"/>
              <a:sym typeface="Calibri"/>
            </a:endParaRPr>
          </a:p>
          <a:p>
            <a:pPr indent="0" lvl="0" marL="457200" rtl="0" algn="just">
              <a:spcBef>
                <a:spcPts val="0"/>
              </a:spcBef>
              <a:spcAft>
                <a:spcPts val="0"/>
              </a:spcAft>
              <a:buNone/>
            </a:pPr>
            <a:r>
              <a:t/>
            </a:r>
            <a:endParaRPr sz="900">
              <a:solidFill>
                <a:schemeClr val="dk1"/>
              </a:solidFill>
              <a:latin typeface="Calibri"/>
              <a:ea typeface="Calibri"/>
              <a:cs typeface="Calibri"/>
              <a:sym typeface="Calibri"/>
            </a:endParaRPr>
          </a:p>
          <a:p>
            <a:pPr indent="0" lvl="0" marL="0" rtl="0" algn="just">
              <a:spcBef>
                <a:spcPts val="0"/>
              </a:spcBef>
              <a:spcAft>
                <a:spcPts val="0"/>
              </a:spcAft>
              <a:buNone/>
            </a:pPr>
            <a:r>
              <a:rPr lang="en-IN" sz="900">
                <a:solidFill>
                  <a:schemeClr val="dk1"/>
                </a:solidFill>
                <a:latin typeface="Calibri"/>
                <a:ea typeface="Calibri"/>
                <a:cs typeface="Calibri"/>
                <a:sym typeface="Calibri"/>
              </a:rPr>
              <a:t>&gt;Develop algorithms for extracting relevant spectral and temporal features from the enhanced audio signals to assess signal quality and improve intelligibility.</a:t>
            </a:r>
            <a:endParaRPr sz="900">
              <a:solidFill>
                <a:schemeClr val="dk1"/>
              </a:solidFill>
              <a:latin typeface="Calibri"/>
              <a:ea typeface="Calibri"/>
              <a:cs typeface="Calibri"/>
              <a:sym typeface="Calibri"/>
            </a:endParaRPr>
          </a:p>
          <a:p>
            <a:pPr indent="0" lvl="0" marL="457200" marR="0" rtl="0" algn="just">
              <a:spcBef>
                <a:spcPts val="0"/>
              </a:spcBef>
              <a:spcAft>
                <a:spcPts val="0"/>
              </a:spcAft>
              <a:buNone/>
            </a:pPr>
            <a:r>
              <a:t/>
            </a:r>
            <a:endParaRPr sz="900">
              <a:solidFill>
                <a:schemeClr val="dk1"/>
              </a:solidFill>
              <a:latin typeface="Calibri"/>
              <a:ea typeface="Calibri"/>
              <a:cs typeface="Calibri"/>
              <a:sym typeface="Calibri"/>
            </a:endParaRPr>
          </a:p>
        </p:txBody>
      </p:sp>
      <p:cxnSp>
        <p:nvCxnSpPr>
          <p:cNvPr id="104" name="Google Shape;104;p13"/>
          <p:cNvCxnSpPr/>
          <p:nvPr/>
        </p:nvCxnSpPr>
        <p:spPr>
          <a:xfrm>
            <a:off x="8273008" y="1056184"/>
            <a:ext cx="10576" cy="8352928"/>
          </a:xfrm>
          <a:prstGeom prst="straightConnector1">
            <a:avLst/>
          </a:prstGeom>
          <a:noFill/>
          <a:ln cap="flat" cmpd="sng" w="12700">
            <a:solidFill>
              <a:srgbClr val="385623"/>
            </a:solidFill>
            <a:prstDash val="solid"/>
            <a:miter lim="800000"/>
            <a:headEnd len="sm" w="sm" type="none"/>
            <a:tailEnd len="sm" w="sm" type="none"/>
          </a:ln>
        </p:spPr>
      </p:cxnSp>
      <p:sp>
        <p:nvSpPr>
          <p:cNvPr id="105" name="Google Shape;105;p13"/>
          <p:cNvSpPr/>
          <p:nvPr/>
        </p:nvSpPr>
        <p:spPr>
          <a:xfrm>
            <a:off x="4099916" y="1060819"/>
            <a:ext cx="4173091" cy="265586"/>
          </a:xfrm>
          <a:prstGeom prst="rect">
            <a:avLst/>
          </a:prstGeom>
          <a:solidFill>
            <a:srgbClr val="C4E0B2"/>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IN" sz="922">
                <a:solidFill>
                  <a:srgbClr val="012D86"/>
                </a:solidFill>
                <a:latin typeface="Bookman Old Style"/>
                <a:ea typeface="Bookman Old Style"/>
                <a:cs typeface="Bookman Old Style"/>
                <a:sym typeface="Bookman Old Style"/>
              </a:rPr>
              <a:t> </a:t>
            </a:r>
            <a:r>
              <a:rPr b="1" lang="en-IN" sz="1108">
                <a:solidFill>
                  <a:srgbClr val="012D86"/>
                </a:solidFill>
                <a:latin typeface="Bookman Old Style"/>
                <a:ea typeface="Bookman Old Style"/>
                <a:cs typeface="Bookman Old Style"/>
                <a:sym typeface="Bookman Old Style"/>
              </a:rPr>
              <a:t>Block Diagram</a:t>
            </a:r>
            <a:endParaRPr b="1" sz="1108">
              <a:solidFill>
                <a:srgbClr val="002060"/>
              </a:solidFill>
              <a:latin typeface="Bookman Old Style"/>
              <a:ea typeface="Bookman Old Style"/>
              <a:cs typeface="Bookman Old Style"/>
              <a:sym typeface="Bookman Old Style"/>
            </a:endParaRPr>
          </a:p>
        </p:txBody>
      </p:sp>
      <p:sp>
        <p:nvSpPr>
          <p:cNvPr id="106" name="Google Shape;106;p13"/>
          <p:cNvSpPr/>
          <p:nvPr/>
        </p:nvSpPr>
        <p:spPr>
          <a:xfrm>
            <a:off x="8281190" y="1056184"/>
            <a:ext cx="4369097" cy="266450"/>
          </a:xfrm>
          <a:prstGeom prst="rect">
            <a:avLst/>
          </a:prstGeom>
          <a:solidFill>
            <a:srgbClr val="C4E0B2"/>
          </a:solidFill>
          <a:ln cap="flat" cmpd="sng" w="9525">
            <a:solidFill>
              <a:srgbClr val="3856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IN" sz="922">
                <a:solidFill>
                  <a:srgbClr val="012D86"/>
                </a:solidFill>
                <a:latin typeface="Bookman Old Style"/>
                <a:ea typeface="Bookman Old Style"/>
                <a:cs typeface="Bookman Old Style"/>
                <a:sym typeface="Bookman Old Style"/>
              </a:rPr>
              <a:t> </a:t>
            </a:r>
            <a:r>
              <a:rPr b="1" lang="en-IN" sz="1108">
                <a:solidFill>
                  <a:srgbClr val="012D86"/>
                </a:solidFill>
                <a:latin typeface="Bookman Old Style"/>
                <a:ea typeface="Bookman Old Style"/>
                <a:cs typeface="Bookman Old Style"/>
                <a:sym typeface="Bookman Old Style"/>
              </a:rPr>
              <a:t>Frequency Response of Filter</a:t>
            </a:r>
            <a:endParaRPr b="1" sz="1108">
              <a:solidFill>
                <a:srgbClr val="002060"/>
              </a:solidFill>
              <a:latin typeface="Bookman Old Style"/>
              <a:ea typeface="Bookman Old Style"/>
              <a:cs typeface="Bookman Old Style"/>
              <a:sym typeface="Bookman Old Style"/>
            </a:endParaRPr>
          </a:p>
        </p:txBody>
      </p:sp>
      <p:sp>
        <p:nvSpPr>
          <p:cNvPr id="107" name="Google Shape;107;p13"/>
          <p:cNvSpPr/>
          <p:nvPr/>
        </p:nvSpPr>
        <p:spPr>
          <a:xfrm>
            <a:off x="4104727" y="2797839"/>
            <a:ext cx="4176464" cy="274569"/>
          </a:xfrm>
          <a:prstGeom prst="rect">
            <a:avLst/>
          </a:prstGeom>
          <a:solidFill>
            <a:srgbClr val="C4E0B2"/>
          </a:solidFill>
          <a:ln cap="flat" cmpd="sng" w="9525">
            <a:solidFill>
              <a:srgbClr val="3856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IN" sz="922">
                <a:solidFill>
                  <a:srgbClr val="012D86"/>
                </a:solidFill>
                <a:latin typeface="Bookman Old Style"/>
                <a:ea typeface="Bookman Old Style"/>
                <a:cs typeface="Bookman Old Style"/>
                <a:sym typeface="Bookman Old Style"/>
              </a:rPr>
              <a:t> </a:t>
            </a:r>
            <a:r>
              <a:rPr b="1" lang="en-IN" sz="1108">
                <a:solidFill>
                  <a:srgbClr val="012D86"/>
                </a:solidFill>
                <a:latin typeface="Bookman Old Style"/>
                <a:ea typeface="Bookman Old Style"/>
                <a:cs typeface="Bookman Old Style"/>
                <a:sym typeface="Bookman Old Style"/>
              </a:rPr>
              <a:t>Signal Characteristics</a:t>
            </a:r>
            <a:endParaRPr b="1" sz="1108">
              <a:solidFill>
                <a:srgbClr val="002060"/>
              </a:solidFill>
              <a:latin typeface="Bookman Old Style"/>
              <a:ea typeface="Bookman Old Style"/>
              <a:cs typeface="Bookman Old Style"/>
              <a:sym typeface="Bookman Old Style"/>
            </a:endParaRPr>
          </a:p>
        </p:txBody>
      </p:sp>
      <p:sp>
        <p:nvSpPr>
          <p:cNvPr id="108" name="Google Shape;108;p13"/>
          <p:cNvSpPr txBox="1"/>
          <p:nvPr/>
        </p:nvSpPr>
        <p:spPr>
          <a:xfrm>
            <a:off x="95705" y="224876"/>
            <a:ext cx="2976656" cy="583084"/>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1" lang="en-IN" sz="1400">
                <a:solidFill>
                  <a:srgbClr val="C00000"/>
                </a:solidFill>
                <a:latin typeface="Bookman Old Style"/>
                <a:ea typeface="Bookman Old Style"/>
                <a:cs typeface="Bookman Old Style"/>
                <a:sym typeface="Bookman Old Style"/>
              </a:rPr>
              <a:t>DSP using PBL Approach 2025-2026</a:t>
            </a:r>
            <a:endParaRPr b="1" sz="1400">
              <a:solidFill>
                <a:srgbClr val="C00000"/>
              </a:solidFill>
              <a:latin typeface="Bookman Old Style"/>
              <a:ea typeface="Bookman Old Style"/>
              <a:cs typeface="Bookman Old Style"/>
              <a:sym typeface="Bookman Old Style"/>
            </a:endParaRPr>
          </a:p>
        </p:txBody>
      </p:sp>
      <p:sp>
        <p:nvSpPr>
          <p:cNvPr id="109" name="Google Shape;109;p13"/>
          <p:cNvSpPr txBox="1"/>
          <p:nvPr/>
        </p:nvSpPr>
        <p:spPr>
          <a:xfrm>
            <a:off x="10411759" y="732824"/>
            <a:ext cx="205637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1200">
                <a:solidFill>
                  <a:srgbClr val="C00000"/>
                </a:solidFill>
                <a:latin typeface="Bookman Old Style"/>
                <a:ea typeface="Bookman Old Style"/>
                <a:cs typeface="Bookman Old Style"/>
                <a:sym typeface="Bookman Old Style"/>
              </a:rPr>
              <a:t>Department of ECE</a:t>
            </a:r>
            <a:endParaRPr/>
          </a:p>
        </p:txBody>
      </p:sp>
      <p:sp>
        <p:nvSpPr>
          <p:cNvPr id="110" name="Google Shape;110;p13"/>
          <p:cNvSpPr/>
          <p:nvPr/>
        </p:nvSpPr>
        <p:spPr>
          <a:xfrm>
            <a:off x="8296132" y="6546468"/>
            <a:ext cx="4364176" cy="270356"/>
          </a:xfrm>
          <a:prstGeom prst="rect">
            <a:avLst/>
          </a:prstGeom>
          <a:solidFill>
            <a:srgbClr val="C4E0B2"/>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IN" sz="922">
                <a:solidFill>
                  <a:srgbClr val="012D86"/>
                </a:solidFill>
                <a:latin typeface="Bookman Old Style"/>
                <a:ea typeface="Bookman Old Style"/>
                <a:cs typeface="Bookman Old Style"/>
                <a:sym typeface="Bookman Old Style"/>
              </a:rPr>
              <a:t> </a:t>
            </a:r>
            <a:r>
              <a:rPr b="1" lang="en-IN" sz="1108">
                <a:solidFill>
                  <a:srgbClr val="012D86"/>
                </a:solidFill>
                <a:latin typeface="Bookman Old Style"/>
                <a:ea typeface="Bookman Old Style"/>
                <a:cs typeface="Bookman Old Style"/>
                <a:sym typeface="Bookman Old Style"/>
              </a:rPr>
              <a:t>Inferences and Future Scope</a:t>
            </a:r>
            <a:endParaRPr b="1" sz="1108">
              <a:solidFill>
                <a:srgbClr val="002060"/>
              </a:solidFill>
              <a:latin typeface="Bookman Old Style"/>
              <a:ea typeface="Bookman Old Style"/>
              <a:cs typeface="Bookman Old Style"/>
              <a:sym typeface="Bookman Old Style"/>
            </a:endParaRPr>
          </a:p>
        </p:txBody>
      </p:sp>
      <p:sp>
        <p:nvSpPr>
          <p:cNvPr id="111" name="Google Shape;111;p13"/>
          <p:cNvSpPr txBox="1"/>
          <p:nvPr/>
        </p:nvSpPr>
        <p:spPr>
          <a:xfrm>
            <a:off x="8273000" y="6816825"/>
            <a:ext cx="4006800" cy="2347200"/>
          </a:xfrm>
          <a:prstGeom prst="rect">
            <a:avLst/>
          </a:prstGeom>
          <a:noFill/>
          <a:ln>
            <a:noFill/>
          </a:ln>
        </p:spPr>
        <p:txBody>
          <a:bodyPr anchorCtr="0" anchor="t" bIns="45700" lIns="91425" spcFirstLastPara="1" rIns="91425" wrap="square" tIns="45700">
            <a:spAutoFit/>
          </a:bodyPr>
          <a:lstStyle/>
          <a:p>
            <a:pPr indent="-292100" lvl="0" marL="457200" rtl="0" algn="l">
              <a:lnSpc>
                <a:spcPct val="115000"/>
              </a:lnSpc>
              <a:spcBef>
                <a:spcPts val="1200"/>
              </a:spcBef>
              <a:spcAft>
                <a:spcPts val="0"/>
              </a:spcAft>
              <a:buClr>
                <a:schemeClr val="dk1"/>
              </a:buClr>
              <a:buSzPts val="1000"/>
              <a:buFont typeface="Courier New"/>
              <a:buChar char="o"/>
            </a:pPr>
            <a:r>
              <a:rPr lang="en-IN" sz="1000">
                <a:solidFill>
                  <a:schemeClr val="dk1"/>
                </a:solidFill>
                <a:latin typeface="Calibri"/>
                <a:ea typeface="Calibri"/>
                <a:cs typeface="Calibri"/>
                <a:sym typeface="Calibri"/>
              </a:rPr>
              <a:t>DSP algorithms were applied for real-world audio signal analysis to address the problem of noise corruption. Frequency-domain analysis provided valuable insight into the spectral characteristics of the audio signal, enabling effective identification of noise components. This analysis facilitated the selection and design of appropriate digital filtering techniques for noise reduction. ==intelligibility.</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ourier New"/>
              <a:buChar char="o"/>
            </a:pPr>
            <a:r>
              <a:rPr lang="en-IN" sz="1000">
                <a:solidFill>
                  <a:schemeClr val="dk1"/>
                </a:solidFill>
                <a:latin typeface="Calibri"/>
                <a:ea typeface="Calibri"/>
                <a:cs typeface="Calibri"/>
                <a:sym typeface="Calibri"/>
              </a:rPr>
              <a:t>Further exploration of advanced DSP algorithms and adaptive filtering techniques can contribute to improved noise suppression, better preservation of signal features, and enhanced overall performance of audio denoising systems.</a:t>
            </a:r>
            <a:endParaRPr sz="1000">
              <a:solidFill>
                <a:schemeClr val="dk1"/>
              </a:solidFill>
              <a:latin typeface="Calibri"/>
              <a:ea typeface="Calibri"/>
              <a:cs typeface="Calibri"/>
              <a:sym typeface="Calibri"/>
            </a:endParaRPr>
          </a:p>
          <a:p>
            <a:pPr indent="0" lvl="0" marL="457200" marR="0" rtl="0" algn="just">
              <a:lnSpc>
                <a:spcPct val="150000"/>
              </a:lnSpc>
              <a:spcBef>
                <a:spcPts val="1200"/>
              </a:spcBef>
              <a:spcAft>
                <a:spcPts val="0"/>
              </a:spcAft>
              <a:buNone/>
            </a:pPr>
            <a:r>
              <a:t/>
            </a:r>
            <a:endParaRPr sz="1000">
              <a:solidFill>
                <a:schemeClr val="dk1"/>
              </a:solidFill>
              <a:latin typeface="Calibri"/>
              <a:ea typeface="Calibri"/>
              <a:cs typeface="Calibri"/>
              <a:sym typeface="Calibri"/>
            </a:endParaRPr>
          </a:p>
        </p:txBody>
      </p:sp>
      <p:sp>
        <p:nvSpPr>
          <p:cNvPr id="112" name="Google Shape;112;p13"/>
          <p:cNvSpPr txBox="1"/>
          <p:nvPr/>
        </p:nvSpPr>
        <p:spPr>
          <a:xfrm>
            <a:off x="8270999" y="3571255"/>
            <a:ext cx="1109100" cy="22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830">
                <a:solidFill>
                  <a:srgbClr val="002060"/>
                </a:solidFill>
                <a:latin typeface="Calibri"/>
                <a:ea typeface="Calibri"/>
                <a:cs typeface="Calibri"/>
                <a:sym typeface="Calibri"/>
              </a:rPr>
              <a:t>Time domain output</a:t>
            </a:r>
            <a:endParaRPr/>
          </a:p>
        </p:txBody>
      </p:sp>
      <p:sp>
        <p:nvSpPr>
          <p:cNvPr id="113" name="Google Shape;113;p13"/>
          <p:cNvSpPr txBox="1"/>
          <p:nvPr/>
        </p:nvSpPr>
        <p:spPr>
          <a:xfrm>
            <a:off x="4062252" y="5141069"/>
            <a:ext cx="1827300" cy="708000"/>
          </a:xfrm>
          <a:prstGeom prst="rect">
            <a:avLst/>
          </a:prstGeom>
          <a:blipFill rotWithShape="1">
            <a:blip r:embed="rId3">
              <a:alphaModFix/>
            </a:blip>
            <a:stretch>
              <a:fillRect b="-130549" l="0" r="0" t="-8194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sp>
        <p:nvSpPr>
          <p:cNvPr id="114" name="Google Shape;114;p13"/>
          <p:cNvSpPr/>
          <p:nvPr/>
        </p:nvSpPr>
        <p:spPr>
          <a:xfrm>
            <a:off x="4107043" y="6550374"/>
            <a:ext cx="4171800" cy="266400"/>
          </a:xfrm>
          <a:prstGeom prst="rect">
            <a:avLst/>
          </a:prstGeom>
          <a:solidFill>
            <a:srgbClr val="C4E0B2"/>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IN" sz="1108">
                <a:solidFill>
                  <a:srgbClr val="012D86"/>
                </a:solidFill>
                <a:latin typeface="Bookman Old Style"/>
                <a:ea typeface="Bookman Old Style"/>
                <a:cs typeface="Bookman Old Style"/>
                <a:sym typeface="Bookman Old Style"/>
              </a:rPr>
              <a:t>Filter Design</a:t>
            </a:r>
            <a:endParaRPr b="1" sz="1108">
              <a:solidFill>
                <a:srgbClr val="002060"/>
              </a:solidFill>
              <a:latin typeface="Bookman Old Style"/>
              <a:ea typeface="Bookman Old Style"/>
              <a:cs typeface="Bookman Old Style"/>
              <a:sym typeface="Bookman Old Style"/>
            </a:endParaRPr>
          </a:p>
        </p:txBody>
      </p:sp>
      <p:graphicFrame>
        <p:nvGraphicFramePr>
          <p:cNvPr id="115" name="Google Shape;115;p13"/>
          <p:cNvGraphicFramePr/>
          <p:nvPr/>
        </p:nvGraphicFramePr>
        <p:xfrm>
          <a:off x="4150774" y="6836441"/>
          <a:ext cx="3000000" cy="3000000"/>
        </p:xfrm>
        <a:graphic>
          <a:graphicData uri="http://schemas.openxmlformats.org/drawingml/2006/table">
            <a:tbl>
              <a:tblPr bandRow="1" firstRow="1">
                <a:noFill/>
                <a:tableStyleId>{C68AC616-F4DA-48DB-BAED-EBA590CA9D83}</a:tableStyleId>
              </a:tblPr>
              <a:tblGrid>
                <a:gridCol w="956750"/>
                <a:gridCol w="968600"/>
                <a:gridCol w="726450"/>
                <a:gridCol w="713400"/>
                <a:gridCol w="713400"/>
              </a:tblGrid>
              <a:tr h="403525">
                <a:tc>
                  <a:txBody>
                    <a:bodyPr/>
                    <a:lstStyle/>
                    <a:p>
                      <a:pPr indent="0" lvl="0" marL="0" marR="0" rtl="0" algn="ctr">
                        <a:spcBef>
                          <a:spcPts val="0"/>
                        </a:spcBef>
                        <a:spcAft>
                          <a:spcPts val="0"/>
                        </a:spcAft>
                        <a:buClr>
                          <a:schemeClr val="dk1"/>
                        </a:buClr>
                        <a:buSzPts val="800"/>
                        <a:buFont typeface="Calibri"/>
                        <a:buNone/>
                      </a:pPr>
                      <a:r>
                        <a:rPr lang="en-IN" sz="800" u="none" cap="none" strike="noStrike"/>
                        <a:t>Passband edge frequencies </a:t>
                      </a:r>
                      <a:endParaRPr/>
                    </a:p>
                    <a:p>
                      <a:pPr indent="0" lvl="0" marL="0" marR="0" rtl="0" algn="ctr">
                        <a:spcBef>
                          <a:spcPts val="0"/>
                        </a:spcBef>
                        <a:spcAft>
                          <a:spcPts val="0"/>
                        </a:spcAft>
                        <a:buClr>
                          <a:schemeClr val="dk1"/>
                        </a:buClr>
                        <a:buSzPts val="800"/>
                        <a:buFont typeface="Calibri"/>
                        <a:buNone/>
                      </a:pPr>
                      <a:r>
                        <a:rPr lang="en-IN" sz="800" u="none" cap="none" strike="noStrike"/>
                        <a:t>(Hz)</a:t>
                      </a:r>
                      <a:endParaRPr b="1" sz="800" u="none" cap="none" strike="noStrike">
                        <a:solidFill>
                          <a:schemeClr val="dk1"/>
                        </a:solidFill>
                        <a:latin typeface="Calibri"/>
                        <a:ea typeface="Calibri"/>
                        <a:cs typeface="Calibri"/>
                        <a:sym typeface="Calibri"/>
                      </a:endParaRPr>
                    </a:p>
                  </a:txBody>
                  <a:tcPr marT="31650" marB="31650" marR="63300" marL="63300"/>
                </a:tc>
                <a:tc>
                  <a:txBody>
                    <a:bodyPr/>
                    <a:lstStyle/>
                    <a:p>
                      <a:pPr indent="0" lvl="0" marL="0" marR="0" rtl="0" algn="ctr">
                        <a:spcBef>
                          <a:spcPts val="0"/>
                        </a:spcBef>
                        <a:spcAft>
                          <a:spcPts val="0"/>
                        </a:spcAft>
                        <a:buClr>
                          <a:schemeClr val="dk1"/>
                        </a:buClr>
                        <a:buSzPts val="800"/>
                        <a:buFont typeface="Calibri"/>
                        <a:buNone/>
                      </a:pPr>
                      <a:r>
                        <a:rPr lang="en-IN" sz="800" u="none" cap="none" strike="noStrike"/>
                        <a:t>Stopband edge frequencies </a:t>
                      </a:r>
                      <a:endParaRPr/>
                    </a:p>
                    <a:p>
                      <a:pPr indent="0" lvl="0" marL="0" marR="0" rtl="0" algn="ctr">
                        <a:spcBef>
                          <a:spcPts val="0"/>
                        </a:spcBef>
                        <a:spcAft>
                          <a:spcPts val="0"/>
                        </a:spcAft>
                        <a:buClr>
                          <a:schemeClr val="dk1"/>
                        </a:buClr>
                        <a:buSzPts val="800"/>
                        <a:buFont typeface="Calibri"/>
                        <a:buNone/>
                      </a:pPr>
                      <a:r>
                        <a:rPr lang="en-IN" sz="800" u="none" cap="none" strike="noStrike"/>
                        <a:t>(Hz)</a:t>
                      </a:r>
                      <a:endParaRPr b="1" sz="800" u="none" cap="none" strike="noStrike">
                        <a:solidFill>
                          <a:schemeClr val="dk1"/>
                        </a:solidFill>
                        <a:latin typeface="Calibri"/>
                        <a:ea typeface="Calibri"/>
                        <a:cs typeface="Calibri"/>
                        <a:sym typeface="Calibri"/>
                      </a:endParaRPr>
                    </a:p>
                  </a:txBody>
                  <a:tcPr marT="31650" marB="31650" marR="63300" marL="63300"/>
                </a:tc>
                <a:tc>
                  <a:txBody>
                    <a:bodyPr/>
                    <a:lstStyle/>
                    <a:p>
                      <a:pPr indent="0" lvl="0" marL="0" marR="0" rtl="0" algn="ctr">
                        <a:spcBef>
                          <a:spcPts val="0"/>
                        </a:spcBef>
                        <a:spcAft>
                          <a:spcPts val="0"/>
                        </a:spcAft>
                        <a:buClr>
                          <a:schemeClr val="dk1"/>
                        </a:buClr>
                        <a:buSzPts val="800"/>
                        <a:buFont typeface="Calibri"/>
                        <a:buNone/>
                      </a:pPr>
                      <a:r>
                        <a:rPr lang="en-IN" sz="800" u="none" cap="none" strike="noStrike"/>
                        <a:t>Passband gain </a:t>
                      </a:r>
                      <a:endParaRPr/>
                    </a:p>
                    <a:p>
                      <a:pPr indent="0" lvl="0" marL="0" marR="0" rtl="0" algn="ctr">
                        <a:spcBef>
                          <a:spcPts val="0"/>
                        </a:spcBef>
                        <a:spcAft>
                          <a:spcPts val="0"/>
                        </a:spcAft>
                        <a:buClr>
                          <a:schemeClr val="dk1"/>
                        </a:buClr>
                        <a:buSzPts val="800"/>
                        <a:buFont typeface="Calibri"/>
                        <a:buNone/>
                      </a:pPr>
                      <a:r>
                        <a:rPr lang="en-IN" sz="800" u="none" cap="none" strike="noStrike"/>
                        <a:t>(dB)</a:t>
                      </a:r>
                      <a:endParaRPr b="1" sz="800" u="none" cap="none" strike="noStrike">
                        <a:solidFill>
                          <a:schemeClr val="dk1"/>
                        </a:solidFill>
                        <a:latin typeface="Calibri"/>
                        <a:ea typeface="Calibri"/>
                        <a:cs typeface="Calibri"/>
                        <a:sym typeface="Calibri"/>
                      </a:endParaRPr>
                    </a:p>
                  </a:txBody>
                  <a:tcPr marT="31650" marB="31650" marR="63300" marL="63300"/>
                </a:tc>
                <a:tc>
                  <a:txBody>
                    <a:bodyPr/>
                    <a:lstStyle/>
                    <a:p>
                      <a:pPr indent="0" lvl="0" marL="0" marR="0" rtl="0" algn="ctr">
                        <a:spcBef>
                          <a:spcPts val="0"/>
                        </a:spcBef>
                        <a:spcAft>
                          <a:spcPts val="0"/>
                        </a:spcAft>
                        <a:buClr>
                          <a:schemeClr val="dk1"/>
                        </a:buClr>
                        <a:buSzPts val="800"/>
                        <a:buFont typeface="Calibri"/>
                        <a:buNone/>
                      </a:pPr>
                      <a:r>
                        <a:rPr lang="en-IN" sz="800" u="none" cap="none" strike="noStrike"/>
                        <a:t>Stopband gain </a:t>
                      </a:r>
                      <a:endParaRPr/>
                    </a:p>
                    <a:p>
                      <a:pPr indent="0" lvl="0" marL="0" marR="0" rtl="0" algn="ctr">
                        <a:spcBef>
                          <a:spcPts val="0"/>
                        </a:spcBef>
                        <a:spcAft>
                          <a:spcPts val="0"/>
                        </a:spcAft>
                        <a:buClr>
                          <a:schemeClr val="dk1"/>
                        </a:buClr>
                        <a:buSzPts val="800"/>
                        <a:buFont typeface="Calibri"/>
                        <a:buNone/>
                      </a:pPr>
                      <a:r>
                        <a:rPr lang="en-IN" sz="800" u="none" cap="none" strike="noStrike"/>
                        <a:t>(dB)</a:t>
                      </a:r>
                      <a:endParaRPr b="1" sz="800" u="none" cap="none" strike="noStrike">
                        <a:solidFill>
                          <a:schemeClr val="dk1"/>
                        </a:solidFill>
                        <a:latin typeface="Calibri"/>
                        <a:ea typeface="Calibri"/>
                        <a:cs typeface="Calibri"/>
                        <a:sym typeface="Calibri"/>
                      </a:endParaRPr>
                    </a:p>
                  </a:txBody>
                  <a:tcPr marT="31650" marB="31650" marR="63300" marL="63300"/>
                </a:tc>
                <a:tc>
                  <a:txBody>
                    <a:bodyPr/>
                    <a:lstStyle/>
                    <a:p>
                      <a:pPr indent="0" lvl="0" marL="0" marR="0" rtl="0" algn="ctr">
                        <a:spcBef>
                          <a:spcPts val="0"/>
                        </a:spcBef>
                        <a:spcAft>
                          <a:spcPts val="0"/>
                        </a:spcAft>
                        <a:buClr>
                          <a:schemeClr val="dk1"/>
                        </a:buClr>
                        <a:buSzPts val="800"/>
                        <a:buFont typeface="Calibri"/>
                        <a:buNone/>
                      </a:pPr>
                      <a:r>
                        <a:rPr lang="en-IN" sz="800" u="none" cap="none" strike="noStrike"/>
                        <a:t>Filter order </a:t>
                      </a:r>
                      <a:endParaRPr/>
                    </a:p>
                    <a:p>
                      <a:pPr indent="0" lvl="0" marL="0" marR="0" rtl="0" algn="ctr">
                        <a:spcBef>
                          <a:spcPts val="0"/>
                        </a:spcBef>
                        <a:spcAft>
                          <a:spcPts val="0"/>
                        </a:spcAft>
                        <a:buClr>
                          <a:schemeClr val="dk1"/>
                        </a:buClr>
                        <a:buSzPts val="800"/>
                        <a:buFont typeface="Calibri"/>
                        <a:buNone/>
                      </a:pPr>
                      <a:r>
                        <a:rPr lang="en-IN" sz="800" u="none" cap="none" strike="noStrike"/>
                        <a:t>N</a:t>
                      </a:r>
                      <a:endParaRPr b="1" sz="800" u="none" cap="none" strike="noStrike">
                        <a:solidFill>
                          <a:schemeClr val="dk1"/>
                        </a:solidFill>
                        <a:latin typeface="Calibri"/>
                        <a:ea typeface="Calibri"/>
                        <a:cs typeface="Calibri"/>
                        <a:sym typeface="Calibri"/>
                      </a:endParaRPr>
                    </a:p>
                  </a:txBody>
                  <a:tcPr marT="31650" marB="31650" marR="63300" marL="63300"/>
                </a:tc>
              </a:tr>
              <a:tr h="147700">
                <a:tc>
                  <a:txBody>
                    <a:bodyPr/>
                    <a:lstStyle/>
                    <a:p>
                      <a:pPr indent="0" lvl="0" marL="0" marR="0" rtl="0" algn="ctr">
                        <a:spcBef>
                          <a:spcPts val="0"/>
                        </a:spcBef>
                        <a:spcAft>
                          <a:spcPts val="0"/>
                        </a:spcAft>
                        <a:buClr>
                          <a:schemeClr val="dk1"/>
                        </a:buClr>
                        <a:buSzPts val="500"/>
                        <a:buFont typeface="Calibri"/>
                        <a:buNone/>
                      </a:pPr>
                      <a:r>
                        <a:rPr lang="en-IN" sz="800"/>
                        <a:t> 2000 Hz</a:t>
                      </a:r>
                      <a:endParaRPr sz="800" u="none" cap="none" strike="noStrike"/>
                    </a:p>
                    <a:p>
                      <a:pPr indent="0" lvl="0" marL="0" marR="0" rtl="0" algn="ctr">
                        <a:spcBef>
                          <a:spcPts val="0"/>
                        </a:spcBef>
                        <a:spcAft>
                          <a:spcPts val="0"/>
                        </a:spcAft>
                        <a:buClr>
                          <a:schemeClr val="dk1"/>
                        </a:buClr>
                        <a:buSzPts val="500"/>
                        <a:buFont typeface="Calibri"/>
                        <a:buNone/>
                      </a:pPr>
                      <a:r>
                        <a:t/>
                      </a:r>
                      <a:endParaRPr sz="800" u="none" cap="none" strike="noStrike"/>
                    </a:p>
                  </a:txBody>
                  <a:tcPr marT="31650" marB="31650" marR="63300" marL="63300"/>
                </a:tc>
                <a:tc>
                  <a:txBody>
                    <a:bodyPr/>
                    <a:lstStyle/>
                    <a:p>
                      <a:pPr indent="0" lvl="0" marL="0" marR="0" rtl="0" algn="ctr">
                        <a:spcBef>
                          <a:spcPts val="0"/>
                        </a:spcBef>
                        <a:spcAft>
                          <a:spcPts val="0"/>
                        </a:spcAft>
                        <a:buClr>
                          <a:schemeClr val="dk1"/>
                        </a:buClr>
                        <a:buSzPts val="500"/>
                        <a:buFont typeface="Calibri"/>
                        <a:buNone/>
                      </a:pPr>
                      <a:r>
                        <a:rPr lang="en-IN" sz="800"/>
                        <a:t>8000 Hz</a:t>
                      </a:r>
                      <a:endParaRPr sz="800" u="none" cap="none" strike="noStrike"/>
                    </a:p>
                  </a:txBody>
                  <a:tcPr marT="31650" marB="31650" marR="63300" marL="63300"/>
                </a:tc>
                <a:tc>
                  <a:txBody>
                    <a:bodyPr/>
                    <a:lstStyle/>
                    <a:p>
                      <a:pPr indent="0" lvl="0" marL="0" marR="0" rtl="0" algn="ctr">
                        <a:spcBef>
                          <a:spcPts val="0"/>
                        </a:spcBef>
                        <a:spcAft>
                          <a:spcPts val="0"/>
                        </a:spcAft>
                        <a:buClr>
                          <a:schemeClr val="dk1"/>
                        </a:buClr>
                        <a:buSzPts val="500"/>
                        <a:buFont typeface="Calibri"/>
                        <a:buNone/>
                      </a:pPr>
                      <a:r>
                        <a:rPr lang="en-IN" sz="800"/>
                        <a:t>0 dB</a:t>
                      </a:r>
                      <a:endParaRPr sz="800" u="none" cap="none" strike="noStrike"/>
                    </a:p>
                  </a:txBody>
                  <a:tcPr marT="31650" marB="31650" marR="63300" marL="63300"/>
                </a:tc>
                <a:tc>
                  <a:txBody>
                    <a:bodyPr/>
                    <a:lstStyle/>
                    <a:p>
                      <a:pPr indent="0" lvl="0" marL="0" marR="0" rtl="0" algn="ctr">
                        <a:spcBef>
                          <a:spcPts val="0"/>
                        </a:spcBef>
                        <a:spcAft>
                          <a:spcPts val="0"/>
                        </a:spcAft>
                        <a:buClr>
                          <a:schemeClr val="dk1"/>
                        </a:buClr>
                        <a:buSzPts val="500"/>
                        <a:buFont typeface="Calibri"/>
                        <a:buNone/>
                      </a:pPr>
                      <a:r>
                        <a:rPr lang="en-IN" sz="800"/>
                        <a:t>-3dB Point</a:t>
                      </a:r>
                      <a:endParaRPr sz="800" u="none" cap="none" strike="noStrike"/>
                    </a:p>
                  </a:txBody>
                  <a:tcPr marT="31650" marB="31650" marR="63300" marL="63300"/>
                </a:tc>
                <a:tc>
                  <a:txBody>
                    <a:bodyPr/>
                    <a:lstStyle/>
                    <a:p>
                      <a:pPr indent="0" lvl="0" marL="0" marR="0" rtl="0" algn="ctr">
                        <a:spcBef>
                          <a:spcPts val="0"/>
                        </a:spcBef>
                        <a:spcAft>
                          <a:spcPts val="0"/>
                        </a:spcAft>
                        <a:buClr>
                          <a:schemeClr val="dk1"/>
                        </a:buClr>
                        <a:buSzPts val="500"/>
                        <a:buFont typeface="Calibri"/>
                        <a:buNone/>
                      </a:pPr>
                      <a:r>
                        <a:rPr lang="en-IN" sz="800"/>
                        <a:t>4</a:t>
                      </a:r>
                      <a:endParaRPr sz="800" u="none" cap="none" strike="noStrike"/>
                    </a:p>
                  </a:txBody>
                  <a:tcPr marT="31650" marB="31650" marR="63300" marL="63300"/>
                </a:tc>
              </a:tr>
            </a:tbl>
          </a:graphicData>
        </a:graphic>
      </p:graphicFrame>
      <p:sp>
        <p:nvSpPr>
          <p:cNvPr id="116" name="Google Shape;116;p13"/>
          <p:cNvSpPr txBox="1"/>
          <p:nvPr/>
        </p:nvSpPr>
        <p:spPr>
          <a:xfrm>
            <a:off x="4238278" y="9108777"/>
            <a:ext cx="2005799" cy="2200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830">
                <a:solidFill>
                  <a:srgbClr val="012D86"/>
                </a:solidFill>
                <a:latin typeface="Bookman Old Style"/>
                <a:ea typeface="Bookman Old Style"/>
                <a:cs typeface="Bookman Old Style"/>
                <a:sym typeface="Bookman Old Style"/>
              </a:rPr>
              <a:t>Impulse Response of FIR BP Filter:</a:t>
            </a:r>
            <a:endParaRPr sz="830">
              <a:solidFill>
                <a:srgbClr val="012D86"/>
              </a:solidFill>
              <a:latin typeface="Bookman Old Style"/>
              <a:ea typeface="Bookman Old Style"/>
              <a:cs typeface="Bookman Old Style"/>
              <a:sym typeface="Bookman Old Style"/>
            </a:endParaRPr>
          </a:p>
        </p:txBody>
      </p:sp>
      <p:sp>
        <p:nvSpPr>
          <p:cNvPr id="117" name="Google Shape;117;p13"/>
          <p:cNvSpPr txBox="1"/>
          <p:nvPr/>
        </p:nvSpPr>
        <p:spPr>
          <a:xfrm>
            <a:off x="4220539" y="8780672"/>
            <a:ext cx="1628565" cy="2200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830">
                <a:solidFill>
                  <a:srgbClr val="012D86"/>
                </a:solidFill>
                <a:latin typeface="Bookman Old Style"/>
                <a:ea typeface="Bookman Old Style"/>
                <a:cs typeface="Bookman Old Style"/>
                <a:sym typeface="Bookman Old Style"/>
              </a:rPr>
              <a:t>Hamming window function:</a:t>
            </a:r>
            <a:endParaRPr sz="830">
              <a:solidFill>
                <a:srgbClr val="012D86"/>
              </a:solidFill>
              <a:latin typeface="Bookman Old Style"/>
              <a:ea typeface="Bookman Old Style"/>
              <a:cs typeface="Bookman Old Style"/>
              <a:sym typeface="Bookman Old Style"/>
            </a:endParaRPr>
          </a:p>
        </p:txBody>
      </p:sp>
      <p:sp>
        <p:nvSpPr>
          <p:cNvPr id="118" name="Google Shape;118;p13"/>
          <p:cNvSpPr txBox="1"/>
          <p:nvPr/>
        </p:nvSpPr>
        <p:spPr>
          <a:xfrm>
            <a:off x="4209537" y="8429590"/>
            <a:ext cx="1868835" cy="2200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830">
                <a:solidFill>
                  <a:srgbClr val="012D86"/>
                </a:solidFill>
                <a:latin typeface="Bookman Old Style"/>
                <a:ea typeface="Bookman Old Style"/>
                <a:cs typeface="Bookman Old Style"/>
                <a:sym typeface="Bookman Old Style"/>
              </a:rPr>
              <a:t>Ideal impulse Response of Filter:</a:t>
            </a:r>
            <a:endParaRPr sz="830">
              <a:solidFill>
                <a:srgbClr val="012D86"/>
              </a:solidFill>
              <a:latin typeface="Bookman Old Style"/>
              <a:ea typeface="Bookman Old Style"/>
              <a:cs typeface="Bookman Old Style"/>
              <a:sym typeface="Bookman Old Style"/>
            </a:endParaRPr>
          </a:p>
        </p:txBody>
      </p:sp>
      <p:sp>
        <p:nvSpPr>
          <p:cNvPr id="119" name="Google Shape;119;p13"/>
          <p:cNvSpPr/>
          <p:nvPr/>
        </p:nvSpPr>
        <p:spPr>
          <a:xfrm>
            <a:off x="8289372" y="2796502"/>
            <a:ext cx="4360913" cy="277241"/>
          </a:xfrm>
          <a:prstGeom prst="rect">
            <a:avLst/>
          </a:prstGeom>
          <a:solidFill>
            <a:srgbClr val="C4E0B2"/>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IN" sz="922">
                <a:solidFill>
                  <a:srgbClr val="012D86"/>
                </a:solidFill>
                <a:latin typeface="Bookman Old Style"/>
                <a:ea typeface="Bookman Old Style"/>
                <a:cs typeface="Bookman Old Style"/>
                <a:sym typeface="Bookman Old Style"/>
              </a:rPr>
              <a:t> </a:t>
            </a:r>
            <a:r>
              <a:rPr b="1" lang="en-IN" sz="1108">
                <a:solidFill>
                  <a:srgbClr val="012D86"/>
                </a:solidFill>
                <a:latin typeface="Bookman Old Style"/>
                <a:ea typeface="Bookman Old Style"/>
                <a:cs typeface="Bookman Old Style"/>
                <a:sym typeface="Bookman Old Style"/>
              </a:rPr>
              <a:t>Results</a:t>
            </a:r>
            <a:endParaRPr b="1" sz="1108">
              <a:solidFill>
                <a:srgbClr val="002060"/>
              </a:solidFill>
              <a:latin typeface="Bookman Old Style"/>
              <a:ea typeface="Bookman Old Style"/>
              <a:cs typeface="Bookman Old Style"/>
              <a:sym typeface="Bookman Old Style"/>
            </a:endParaRPr>
          </a:p>
        </p:txBody>
      </p:sp>
      <p:sp>
        <p:nvSpPr>
          <p:cNvPr id="120" name="Google Shape;120;p13"/>
          <p:cNvSpPr/>
          <p:nvPr/>
        </p:nvSpPr>
        <p:spPr>
          <a:xfrm>
            <a:off x="4252517" y="3115822"/>
            <a:ext cx="1128906" cy="191778"/>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1" lang="en-IN" sz="931">
                <a:solidFill>
                  <a:srgbClr val="002060"/>
                </a:solidFill>
                <a:latin typeface="Calibri"/>
                <a:ea typeface="Calibri"/>
                <a:cs typeface="Calibri"/>
                <a:sym typeface="Calibri"/>
              </a:rPr>
              <a:t>Signal Parameters </a:t>
            </a:r>
            <a:endParaRPr sz="1500"/>
          </a:p>
        </p:txBody>
      </p:sp>
      <p:sp>
        <p:nvSpPr>
          <p:cNvPr id="121" name="Google Shape;121;p13"/>
          <p:cNvSpPr txBox="1"/>
          <p:nvPr/>
        </p:nvSpPr>
        <p:spPr>
          <a:xfrm>
            <a:off x="8886010" y="4394945"/>
            <a:ext cx="1398000" cy="22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830">
                <a:solidFill>
                  <a:srgbClr val="002060"/>
                </a:solidFill>
                <a:latin typeface="Calibri"/>
                <a:ea typeface="Calibri"/>
                <a:cs typeface="Calibri"/>
                <a:sym typeface="Calibri"/>
              </a:rPr>
              <a:t>Frequency domain output</a:t>
            </a:r>
            <a:endParaRPr/>
          </a:p>
        </p:txBody>
      </p:sp>
      <p:pic>
        <p:nvPicPr>
          <p:cNvPr descr="ICTIEE 2024" id="122" name="Google Shape;122;p13"/>
          <p:cNvPicPr preferRelativeResize="0"/>
          <p:nvPr/>
        </p:nvPicPr>
        <p:blipFill rotWithShape="1">
          <a:blip r:embed="rId4">
            <a:alphaModFix/>
          </a:blip>
          <a:srcRect b="21689" l="0" r="0" t="21602"/>
          <a:stretch/>
        </p:blipFill>
        <p:spPr>
          <a:xfrm>
            <a:off x="10413450" y="394450"/>
            <a:ext cx="1937445" cy="351700"/>
          </a:xfrm>
          <a:prstGeom prst="rect">
            <a:avLst/>
          </a:prstGeom>
          <a:noFill/>
          <a:ln>
            <a:noFill/>
          </a:ln>
        </p:spPr>
      </p:pic>
      <p:sp>
        <p:nvSpPr>
          <p:cNvPr descr="ICTIEE 2024" id="123" name="Google Shape;123;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CTIEE 2024" id="124" name="Google Shape;124;p13"/>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CTIEE 2024" id="125" name="Google Shape;125;p13"/>
          <p:cNvSpPr/>
          <p:nvPr/>
        </p:nvSpPr>
        <p:spPr>
          <a:xfrm>
            <a:off x="9401273" y="524332"/>
            <a:ext cx="719601" cy="71960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13"/>
          <p:cNvSpPr/>
          <p:nvPr/>
        </p:nvSpPr>
        <p:spPr>
          <a:xfrm>
            <a:off x="112162" y="3066925"/>
            <a:ext cx="4006800" cy="161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0"/>
              </a:spcBef>
              <a:spcAft>
                <a:spcPts val="0"/>
              </a:spcAft>
              <a:buSzPts val="1100"/>
              <a:buNone/>
            </a:pPr>
            <a:r>
              <a:rPr lang="en-IN" sz="900">
                <a:solidFill>
                  <a:schemeClr val="dk1"/>
                </a:solidFill>
                <a:latin typeface="Calibri"/>
                <a:ea typeface="Calibri"/>
                <a:cs typeface="Calibri"/>
                <a:sym typeface="Calibri"/>
              </a:rPr>
              <a:t>1. </a:t>
            </a:r>
            <a:r>
              <a:rPr b="1" lang="en-IN" sz="900">
                <a:solidFill>
                  <a:schemeClr val="dk1"/>
                </a:solidFill>
                <a:latin typeface="Calibri"/>
                <a:ea typeface="Calibri"/>
                <a:cs typeface="Calibri"/>
                <a:sym typeface="Calibri"/>
              </a:rPr>
              <a:t>Audio Denoising Based on Short Time Fourier Transform  Ashwin &amp; Manoharan (2018)</a:t>
            </a:r>
            <a:r>
              <a:rPr lang="en-IN" sz="900">
                <a:solidFill>
                  <a:schemeClr val="dk1"/>
                </a:solidFill>
                <a:latin typeface="Calibri"/>
                <a:ea typeface="Calibri"/>
                <a:cs typeface="Calibri"/>
                <a:sym typeface="Calibri"/>
              </a:rPr>
              <a:t>:</a:t>
            </a:r>
            <a:r>
              <a:rPr b="1" lang="en-IN" sz="900">
                <a:solidFill>
                  <a:schemeClr val="dk1"/>
                </a:solidFill>
                <a:latin typeface="Calibri"/>
                <a:ea typeface="Calibri"/>
                <a:cs typeface="Calibri"/>
                <a:sym typeface="Calibri"/>
              </a:rPr>
              <a:t> </a:t>
            </a:r>
            <a:r>
              <a:rPr lang="en-IN" sz="900">
                <a:solidFill>
                  <a:schemeClr val="dk1"/>
                </a:solidFill>
                <a:latin typeface="Calibri"/>
                <a:ea typeface="Calibri"/>
                <a:cs typeface="Calibri"/>
                <a:sym typeface="Calibri"/>
              </a:rPr>
              <a:t>This paper implements an STFT-based audio denoising scheme where environmental noise is estimated adaptively and the noisy signal is reconstructed after denoising.</a:t>
            </a:r>
            <a:endParaRPr sz="900">
              <a:solidFill>
                <a:schemeClr val="dk1"/>
              </a:solidFill>
              <a:latin typeface="Calibri"/>
              <a:ea typeface="Calibri"/>
              <a:cs typeface="Calibri"/>
              <a:sym typeface="Calibri"/>
            </a:endParaRPr>
          </a:p>
          <a:p>
            <a:pPr indent="0" lvl="0" marL="0" marR="0" rtl="0" algn="just">
              <a:lnSpc>
                <a:spcPct val="100000"/>
              </a:lnSpc>
              <a:spcBef>
                <a:spcPts val="400"/>
              </a:spcBef>
              <a:spcAft>
                <a:spcPts val="0"/>
              </a:spcAft>
              <a:buNone/>
            </a:pPr>
            <a:r>
              <a:rPr lang="en-IN" sz="900">
                <a:solidFill>
                  <a:schemeClr val="dk1"/>
                </a:solidFill>
                <a:latin typeface="Calibri"/>
                <a:ea typeface="Calibri"/>
                <a:cs typeface="Calibri"/>
                <a:sym typeface="Calibri"/>
              </a:rPr>
              <a:t>2. </a:t>
            </a:r>
            <a:r>
              <a:rPr b="1" lang="en-IN" sz="900">
                <a:solidFill>
                  <a:schemeClr val="dk1"/>
                </a:solidFill>
                <a:latin typeface="Calibri"/>
                <a:ea typeface="Calibri"/>
                <a:cs typeface="Calibri"/>
                <a:sym typeface="Calibri"/>
              </a:rPr>
              <a:t>A Multi-Frame Approach to Frequency-Domain Single-Channel Noise Reduction  Huang &amp; Benesty (2012)</a:t>
            </a:r>
            <a:r>
              <a:rPr lang="en-IN" sz="900">
                <a:solidFill>
                  <a:schemeClr val="dk1"/>
                </a:solidFill>
                <a:latin typeface="Calibri"/>
                <a:ea typeface="Calibri"/>
                <a:cs typeface="Calibri"/>
                <a:sym typeface="Calibri"/>
              </a:rPr>
              <a:t>: This IEEE paper uses STFT with a multi-frame Wiener and MVDR filtering framework in the frequency domain to improve SNR and reduce speech distortion in noisy conditions.</a:t>
            </a:r>
            <a:endParaRPr sz="9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rPr lang="en-IN" sz="900">
                <a:solidFill>
                  <a:schemeClr val="dk1"/>
                </a:solidFill>
                <a:latin typeface="Calibri"/>
                <a:ea typeface="Calibri"/>
                <a:cs typeface="Calibri"/>
                <a:sym typeface="Calibri"/>
              </a:rPr>
              <a:t>3. </a:t>
            </a:r>
            <a:r>
              <a:rPr b="1" lang="en-IN" sz="900">
                <a:solidFill>
                  <a:schemeClr val="dk1"/>
                </a:solidFill>
                <a:latin typeface="Calibri"/>
                <a:ea typeface="Calibri"/>
                <a:cs typeface="Calibri"/>
                <a:sym typeface="Calibri"/>
              </a:rPr>
              <a:t>Hybrid DSP/Deep Learning Approach to Real-Time Speech Enhancement Valin (2017)</a:t>
            </a:r>
            <a:r>
              <a:rPr lang="en-IN" sz="900">
                <a:solidFill>
                  <a:schemeClr val="dk1"/>
                </a:solidFill>
                <a:latin typeface="Calibri"/>
                <a:ea typeface="Calibri"/>
                <a:cs typeface="Calibri"/>
                <a:sym typeface="Calibri"/>
              </a:rPr>
              <a:t>: Though not IEEE published, this work combines classical DSP noise suppression with a neural network for gain estimation, achieving significant real-time denoising quality with low complexity.</a:t>
            </a:r>
            <a:endParaRPr sz="900">
              <a:solidFill>
                <a:schemeClr val="dk1"/>
              </a:solidFill>
              <a:latin typeface="Calibri"/>
              <a:ea typeface="Calibri"/>
              <a:cs typeface="Calibri"/>
              <a:sym typeface="Calibri"/>
            </a:endParaRPr>
          </a:p>
        </p:txBody>
      </p:sp>
      <p:sp>
        <p:nvSpPr>
          <p:cNvPr id="127" name="Google Shape;127;p13"/>
          <p:cNvSpPr/>
          <p:nvPr/>
        </p:nvSpPr>
        <p:spPr>
          <a:xfrm>
            <a:off x="86875" y="1434775"/>
            <a:ext cx="3971100" cy="1477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IN" sz="900">
                <a:solidFill>
                  <a:schemeClr val="dk1"/>
                </a:solidFill>
                <a:latin typeface="Calibri"/>
                <a:ea typeface="Calibri"/>
                <a:cs typeface="Calibri"/>
                <a:sym typeface="Calibri"/>
              </a:rPr>
              <a:t>In the domain of audio signal processing, the current challenge lies in enhancing the quality of raw audio signals that are often corrupted by various forms of noise such as background interference, environmental disturbances, and recording artifacts. Effective audio denoising requires advanced digital signal processing techniques capable of suppressing unwanted noise while preserving the essential characteristics of the original audio signal. There is a crucial need to develop robust denoising algorithms that can improve signal clarity, intelligibility, and overall perceptual quality with minimal distortion. </a:t>
            </a:r>
            <a:endParaRPr sz="900">
              <a:solidFill>
                <a:schemeClr val="dk1"/>
              </a:solidFill>
              <a:latin typeface="Calibri"/>
              <a:ea typeface="Calibri"/>
              <a:cs typeface="Calibri"/>
              <a:sym typeface="Calibri"/>
            </a:endParaRPr>
          </a:p>
        </p:txBody>
      </p:sp>
      <p:sp>
        <p:nvSpPr>
          <p:cNvPr id="128" name="Google Shape;128;p13"/>
          <p:cNvSpPr/>
          <p:nvPr/>
        </p:nvSpPr>
        <p:spPr>
          <a:xfrm>
            <a:off x="112257" y="9409113"/>
            <a:ext cx="12548051" cy="190610"/>
          </a:xfrm>
          <a:prstGeom prst="rect">
            <a:avLst/>
          </a:prstGeom>
          <a:solidFill>
            <a:srgbClr val="C4E0B2"/>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13"/>
          <p:cNvSpPr/>
          <p:nvPr/>
        </p:nvSpPr>
        <p:spPr>
          <a:xfrm>
            <a:off x="5101244" y="2551407"/>
            <a:ext cx="3354789"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000">
                <a:solidFill>
                  <a:schemeClr val="dk1"/>
                </a:solidFill>
                <a:latin typeface="Calibri"/>
                <a:ea typeface="Calibri"/>
                <a:cs typeface="Calibri"/>
                <a:sym typeface="Calibri"/>
              </a:rPr>
              <a:t>Fig: Block diagram of Arrhythmia detection</a:t>
            </a:r>
            <a:endParaRPr sz="1000">
              <a:solidFill>
                <a:schemeClr val="dk1"/>
              </a:solidFill>
              <a:latin typeface="Calibri"/>
              <a:ea typeface="Calibri"/>
              <a:cs typeface="Calibri"/>
              <a:sym typeface="Calibri"/>
            </a:endParaRPr>
          </a:p>
        </p:txBody>
      </p:sp>
      <p:pic>
        <p:nvPicPr>
          <p:cNvPr id="130" name="Google Shape;130;p13"/>
          <p:cNvPicPr preferRelativeResize="0"/>
          <p:nvPr/>
        </p:nvPicPr>
        <p:blipFill>
          <a:blip r:embed="rId5">
            <a:alphaModFix/>
          </a:blip>
          <a:stretch>
            <a:fillRect/>
          </a:stretch>
        </p:blipFill>
        <p:spPr>
          <a:xfrm>
            <a:off x="9269100" y="3156550"/>
            <a:ext cx="3354775" cy="1129900"/>
          </a:xfrm>
          <a:prstGeom prst="rect">
            <a:avLst/>
          </a:prstGeom>
          <a:noFill/>
          <a:ln>
            <a:noFill/>
          </a:ln>
        </p:spPr>
      </p:pic>
      <p:pic>
        <p:nvPicPr>
          <p:cNvPr id="131" name="Google Shape;131;p13"/>
          <p:cNvPicPr preferRelativeResize="0"/>
          <p:nvPr/>
        </p:nvPicPr>
        <p:blipFill rotWithShape="1">
          <a:blip r:embed="rId6">
            <a:alphaModFix/>
          </a:blip>
          <a:srcRect b="970" l="0" r="3147" t="0"/>
          <a:stretch/>
        </p:blipFill>
        <p:spPr>
          <a:xfrm>
            <a:off x="8296125" y="4564950"/>
            <a:ext cx="2061625" cy="1940750"/>
          </a:xfrm>
          <a:prstGeom prst="rect">
            <a:avLst/>
          </a:prstGeom>
          <a:noFill/>
          <a:ln>
            <a:noFill/>
          </a:ln>
        </p:spPr>
      </p:pic>
      <p:pic>
        <p:nvPicPr>
          <p:cNvPr id="132" name="Google Shape;132;p13"/>
          <p:cNvPicPr preferRelativeResize="0"/>
          <p:nvPr/>
        </p:nvPicPr>
        <p:blipFill rotWithShape="1">
          <a:blip r:embed="rId7">
            <a:alphaModFix/>
          </a:blip>
          <a:srcRect b="32272" l="0" r="0" t="0"/>
          <a:stretch/>
        </p:blipFill>
        <p:spPr>
          <a:xfrm>
            <a:off x="8281200" y="1301400"/>
            <a:ext cx="2743402" cy="1438975"/>
          </a:xfrm>
          <a:prstGeom prst="rect">
            <a:avLst/>
          </a:prstGeom>
          <a:noFill/>
          <a:ln>
            <a:noFill/>
          </a:ln>
        </p:spPr>
      </p:pic>
      <p:pic>
        <p:nvPicPr>
          <p:cNvPr id="133" name="Google Shape;133;p13"/>
          <p:cNvPicPr preferRelativeResize="0"/>
          <p:nvPr/>
        </p:nvPicPr>
        <p:blipFill>
          <a:blip r:embed="rId8">
            <a:alphaModFix/>
          </a:blip>
          <a:stretch>
            <a:fillRect/>
          </a:stretch>
        </p:blipFill>
        <p:spPr>
          <a:xfrm>
            <a:off x="5562313" y="3309888"/>
            <a:ext cx="2708675" cy="1129875"/>
          </a:xfrm>
          <a:prstGeom prst="rect">
            <a:avLst/>
          </a:prstGeom>
          <a:noFill/>
          <a:ln>
            <a:noFill/>
          </a:ln>
        </p:spPr>
      </p:pic>
      <p:pic>
        <p:nvPicPr>
          <p:cNvPr id="134" name="Google Shape;134;p13"/>
          <p:cNvPicPr preferRelativeResize="0"/>
          <p:nvPr/>
        </p:nvPicPr>
        <p:blipFill rotWithShape="1">
          <a:blip r:embed="rId9">
            <a:alphaModFix/>
          </a:blip>
          <a:srcRect b="0" l="0" r="0" t="3966"/>
          <a:stretch/>
        </p:blipFill>
        <p:spPr>
          <a:xfrm>
            <a:off x="5732025" y="4816350"/>
            <a:ext cx="2352150" cy="1643500"/>
          </a:xfrm>
          <a:prstGeom prst="rect">
            <a:avLst/>
          </a:prstGeom>
          <a:noFill/>
          <a:ln>
            <a:noFill/>
          </a:ln>
        </p:spPr>
      </p:pic>
      <p:pic>
        <p:nvPicPr>
          <p:cNvPr id="135" name="Google Shape;135;p13"/>
          <p:cNvPicPr preferRelativeResize="0"/>
          <p:nvPr/>
        </p:nvPicPr>
        <p:blipFill rotWithShape="1">
          <a:blip r:embed="rId10">
            <a:alphaModFix/>
          </a:blip>
          <a:srcRect b="0" l="0" r="0" t="10104"/>
          <a:stretch/>
        </p:blipFill>
        <p:spPr>
          <a:xfrm>
            <a:off x="4187850" y="7623275"/>
            <a:ext cx="4039800" cy="1773150"/>
          </a:xfrm>
          <a:prstGeom prst="rect">
            <a:avLst/>
          </a:prstGeom>
          <a:noFill/>
          <a:ln>
            <a:noFill/>
          </a:ln>
        </p:spPr>
      </p:pic>
      <p:pic>
        <p:nvPicPr>
          <p:cNvPr id="136" name="Google Shape;136;p13"/>
          <p:cNvPicPr preferRelativeResize="0"/>
          <p:nvPr/>
        </p:nvPicPr>
        <p:blipFill>
          <a:blip r:embed="rId11">
            <a:alphaModFix/>
          </a:blip>
          <a:stretch>
            <a:fillRect/>
          </a:stretch>
        </p:blipFill>
        <p:spPr>
          <a:xfrm>
            <a:off x="8328923" y="7957448"/>
            <a:ext cx="4251144" cy="1438975"/>
          </a:xfrm>
          <a:prstGeom prst="rect">
            <a:avLst/>
          </a:prstGeom>
          <a:noFill/>
          <a:ln>
            <a:noFill/>
          </a:ln>
        </p:spPr>
      </p:pic>
      <p:pic>
        <p:nvPicPr>
          <p:cNvPr id="137" name="Google Shape;137;p13"/>
          <p:cNvPicPr preferRelativeResize="0"/>
          <p:nvPr/>
        </p:nvPicPr>
        <p:blipFill>
          <a:blip r:embed="rId12">
            <a:alphaModFix/>
          </a:blip>
          <a:stretch>
            <a:fillRect/>
          </a:stretch>
        </p:blipFill>
        <p:spPr>
          <a:xfrm>
            <a:off x="10947525" y="1503664"/>
            <a:ext cx="1712775" cy="1159050"/>
          </a:xfrm>
          <a:prstGeom prst="rect">
            <a:avLst/>
          </a:prstGeom>
          <a:noFill/>
          <a:ln>
            <a:noFill/>
          </a:ln>
        </p:spPr>
      </p:pic>
      <p:pic>
        <p:nvPicPr>
          <p:cNvPr id="138" name="Google Shape;138;p13"/>
          <p:cNvPicPr preferRelativeResize="0"/>
          <p:nvPr/>
        </p:nvPicPr>
        <p:blipFill>
          <a:blip r:embed="rId13">
            <a:alphaModFix/>
          </a:blip>
          <a:stretch>
            <a:fillRect/>
          </a:stretch>
        </p:blipFill>
        <p:spPr>
          <a:xfrm>
            <a:off x="10314475" y="4443738"/>
            <a:ext cx="2299700" cy="1831587"/>
          </a:xfrm>
          <a:prstGeom prst="rect">
            <a:avLst/>
          </a:prstGeom>
          <a:noFill/>
          <a:ln>
            <a:noFill/>
          </a:ln>
        </p:spPr>
      </p:pic>
      <p:pic>
        <p:nvPicPr>
          <p:cNvPr id="139" name="Google Shape;139;p13"/>
          <p:cNvPicPr preferRelativeResize="0"/>
          <p:nvPr/>
        </p:nvPicPr>
        <p:blipFill>
          <a:blip r:embed="rId14">
            <a:alphaModFix/>
          </a:blip>
          <a:stretch>
            <a:fillRect/>
          </a:stretch>
        </p:blipFill>
        <p:spPr>
          <a:xfrm>
            <a:off x="4607850" y="1320350"/>
            <a:ext cx="3354776" cy="1477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